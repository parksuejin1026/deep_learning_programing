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2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6" r:id="rId2"/>
    <p:sldMasterId id="2147483712" r:id="rId3"/>
  </p:sldMasterIdLst>
  <p:notesMasterIdLst>
    <p:notesMasterId r:id="rId43"/>
  </p:notesMasterIdLst>
  <p:handoutMasterIdLst>
    <p:handoutMasterId r:id="rId44"/>
  </p:handoutMasterIdLst>
  <p:sldIdLst>
    <p:sldId id="267" r:id="rId4"/>
    <p:sldId id="273" r:id="rId5"/>
    <p:sldId id="272" r:id="rId6"/>
    <p:sldId id="274" r:id="rId7"/>
    <p:sldId id="275" r:id="rId8"/>
    <p:sldId id="276" r:id="rId9"/>
    <p:sldId id="277" r:id="rId10"/>
    <p:sldId id="278" r:id="rId11"/>
    <p:sldId id="279" r:id="rId12"/>
    <p:sldId id="280" r:id="rId13"/>
    <p:sldId id="281" r:id="rId14"/>
    <p:sldId id="282" r:id="rId15"/>
    <p:sldId id="283" r:id="rId16"/>
    <p:sldId id="284" r:id="rId17"/>
    <p:sldId id="285" r:id="rId18"/>
    <p:sldId id="286" r:id="rId19"/>
    <p:sldId id="287" r:id="rId20"/>
    <p:sldId id="288" r:id="rId21"/>
    <p:sldId id="289" r:id="rId22"/>
    <p:sldId id="290" r:id="rId23"/>
    <p:sldId id="291" r:id="rId24"/>
    <p:sldId id="292" r:id="rId25"/>
    <p:sldId id="293" r:id="rId26"/>
    <p:sldId id="294" r:id="rId27"/>
    <p:sldId id="295" r:id="rId28"/>
    <p:sldId id="296" r:id="rId29"/>
    <p:sldId id="297" r:id="rId30"/>
    <p:sldId id="298" r:id="rId31"/>
    <p:sldId id="299" r:id="rId32"/>
    <p:sldId id="300" r:id="rId33"/>
    <p:sldId id="301" r:id="rId34"/>
    <p:sldId id="302" r:id="rId35"/>
    <p:sldId id="303" r:id="rId36"/>
    <p:sldId id="304" r:id="rId37"/>
    <p:sldId id="305" r:id="rId38"/>
    <p:sldId id="306" r:id="rId39"/>
    <p:sldId id="307" r:id="rId40"/>
    <p:sldId id="308" r:id="rId41"/>
    <p:sldId id="309" r:id="rId42"/>
  </p:sldIdLst>
  <p:sldSz cx="9144000" cy="6858000" type="screen4x3"/>
  <p:notesSz cx="9926638" cy="67976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807">
          <p15:clr>
            <a:srgbClr val="A4A3A4"/>
          </p15:clr>
        </p15:guide>
        <p15:guide id="3" pos="2916">
          <p15:clr>
            <a:srgbClr val="A4A3A4"/>
          </p15:clr>
        </p15:guide>
        <p15:guide id="4" pos="2481">
          <p15:clr>
            <a:srgbClr val="A4A3A4"/>
          </p15:clr>
        </p15:guide>
        <p15:guide id="5" pos="2372">
          <p15:clr>
            <a:srgbClr val="A4A3A4"/>
          </p15:clr>
        </p15:guide>
        <p15:guide id="6" pos="2045">
          <p15:clr>
            <a:srgbClr val="A4A3A4"/>
          </p15:clr>
        </p15:guide>
        <p15:guide id="7" pos="1937">
          <p15:clr>
            <a:srgbClr val="A4A3A4"/>
          </p15:clr>
        </p15:guide>
        <p15:guide id="8" pos="1610">
          <p15:clr>
            <a:srgbClr val="A4A3A4"/>
          </p15:clr>
        </p15:guide>
        <p15:guide id="9" pos="1501">
          <p15:clr>
            <a:srgbClr val="A4A3A4"/>
          </p15:clr>
        </p15:guide>
        <p15:guide id="10" pos="1174">
          <p15:clr>
            <a:srgbClr val="A4A3A4"/>
          </p15:clr>
        </p15:guide>
        <p15:guide id="11" pos="1066">
          <p15:clr>
            <a:srgbClr val="A4A3A4"/>
          </p15:clr>
        </p15:guide>
        <p15:guide id="12" pos="739">
          <p15:clr>
            <a:srgbClr val="A4A3A4"/>
          </p15:clr>
        </p15:guide>
        <p15:guide id="13" pos="630">
          <p15:clr>
            <a:srgbClr val="A4A3A4"/>
          </p15:clr>
        </p15:guide>
        <p15:guide id="14" pos="304">
          <p15:clr>
            <a:srgbClr val="A4A3A4"/>
          </p15:clr>
        </p15:guide>
        <p15:guide id="15" pos="267">
          <p15:clr>
            <a:srgbClr val="A4A3A4"/>
          </p15:clr>
        </p15:guide>
        <p15:guide id="16" pos="3352">
          <p15:clr>
            <a:srgbClr val="A4A3A4"/>
          </p15:clr>
        </p15:guide>
        <p15:guide id="17" pos="3243">
          <p15:clr>
            <a:srgbClr val="A4A3A4"/>
          </p15:clr>
        </p15:guide>
        <p15:guide id="18" pos="3678">
          <p15:clr>
            <a:srgbClr val="A4A3A4"/>
          </p15:clr>
        </p15:guide>
        <p15:guide id="19" pos="3787">
          <p15:clr>
            <a:srgbClr val="A4A3A4"/>
          </p15:clr>
        </p15:guide>
        <p15:guide id="20" pos="4114">
          <p15:clr>
            <a:srgbClr val="A4A3A4"/>
          </p15:clr>
        </p15:guide>
        <p15:guide id="21" pos="4223">
          <p15:clr>
            <a:srgbClr val="A4A3A4"/>
          </p15:clr>
        </p15:guide>
        <p15:guide id="22" pos="4549">
          <p15:clr>
            <a:srgbClr val="A4A3A4"/>
          </p15:clr>
        </p15:guide>
        <p15:guide id="23" pos="4658">
          <p15:clr>
            <a:srgbClr val="A4A3A4"/>
          </p15:clr>
        </p15:guide>
        <p15:guide id="24" pos="4985">
          <p15:clr>
            <a:srgbClr val="A4A3A4"/>
          </p15:clr>
        </p15:guide>
        <p15:guide id="25" pos="5420">
          <p15:clr>
            <a:srgbClr val="A4A3A4"/>
          </p15:clr>
        </p15:guide>
        <p15:guide id="26" pos="5094">
          <p15:clr>
            <a:srgbClr val="A4A3A4"/>
          </p15:clr>
        </p15:guide>
        <p15:guide id="27" pos="5456">
          <p15:clr>
            <a:srgbClr val="A4A3A4"/>
          </p15:clr>
        </p15:guide>
        <p15:guide id="28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B5B8"/>
    <a:srgbClr val="37C9CD"/>
    <a:srgbClr val="59D2D5"/>
    <a:srgbClr val="E06361"/>
    <a:srgbClr val="75B77D"/>
    <a:srgbClr val="A3CFA8"/>
    <a:srgbClr val="8D9DD8"/>
    <a:srgbClr val="FEF7DB"/>
    <a:srgbClr val="FEDBF7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04" d="100"/>
          <a:sy n="104" d="100"/>
        </p:scale>
        <p:origin x="744" y="102"/>
      </p:cViewPr>
      <p:guideLst>
        <p:guide pos="2807"/>
        <p:guide pos="2916"/>
        <p:guide pos="2481"/>
        <p:guide pos="2372"/>
        <p:guide pos="2045"/>
        <p:guide pos="1937"/>
        <p:guide pos="1610"/>
        <p:guide pos="1501"/>
        <p:guide pos="1174"/>
        <p:guide pos="1066"/>
        <p:guide pos="739"/>
        <p:guide pos="630"/>
        <p:guide pos="304"/>
        <p:guide pos="267"/>
        <p:guide pos="3352"/>
        <p:guide pos="3243"/>
        <p:guide pos="3678"/>
        <p:guide pos="3787"/>
        <p:guide pos="4114"/>
        <p:guide pos="4223"/>
        <p:guide pos="4549"/>
        <p:guide pos="4658"/>
        <p:guide pos="4985"/>
        <p:guide pos="5420"/>
        <p:guide pos="5094"/>
        <p:guide pos="5456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9" d="100"/>
          <a:sy n="89" d="100"/>
        </p:scale>
        <p:origin x="941" y="62"/>
      </p:cViewPr>
      <p:guideLst/>
    </p:cSldViewPr>
  </p:notesViewPr>
  <p:gridSpacing cx="57607" cy="57607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theme" Target="theme/theme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viewProps" Target="viewProps.xml"/><Relationship Id="rId20" Type="http://schemas.openxmlformats.org/officeDocument/2006/relationships/slide" Target="slides/slide17.xml"/><Relationship Id="rId41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621696" y="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6B0E63-BBCE-42FA-B3A6-5FD535041784}" type="datetimeFigureOut">
              <a:rPr lang="ko-KR" altLang="en-US" smtClean="0"/>
              <a:pPr/>
              <a:t>2026-04-07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645741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621696" y="645741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421031-9F3C-4BB5-813E-6F6C294051C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29650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22799" y="0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D56D40-764E-476E-B5E6-4049846BDF68}" type="datetimeFigureOut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263900" y="509588"/>
            <a:ext cx="3398838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92665" y="3228896"/>
            <a:ext cx="7941310" cy="30589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6456611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22799" y="6456611"/>
            <a:ext cx="4301543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CADBE4-966B-4F0C-AF81-59D2D1B847A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5476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 userDrawn="1"/>
        </p:nvSpPr>
        <p:spPr>
          <a:xfrm>
            <a:off x="481903" y="2680109"/>
            <a:ext cx="3859670" cy="806498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lvl1pPr marL="0" algn="l" defTabSz="457200" rtl="0" eaLnBrk="1" latinLnBrk="0" hangingPunct="1">
              <a:spcBef>
                <a:spcPct val="0"/>
              </a:spcBef>
              <a:buNone/>
              <a:defRPr lang="en-US" sz="4400" b="1" kern="1200" baseline="0" dirty="0">
                <a:solidFill>
                  <a:schemeClr val="bg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66712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3" orient="horz" pos="10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32219-5F3D-7F43-849E-768B69F61FFB}" type="datetime1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8683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995" y="1922202"/>
            <a:ext cx="8081453" cy="80072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32219-5F3D-7F43-849E-768B69F61FFB}" type="datetime1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99261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513" y="440330"/>
            <a:ext cx="8107710" cy="800724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995" y="1470362"/>
            <a:ext cx="8105496" cy="4849414"/>
          </a:xfrm>
        </p:spPr>
        <p:txBody>
          <a:bodyPr>
            <a:normAutofit/>
          </a:bodyPr>
          <a:lstStyle>
            <a:lvl1pPr marL="225425" indent="-225425">
              <a:buClr>
                <a:srgbClr val="FFCC66"/>
              </a:buClr>
              <a:buFont typeface="Wingdings" panose="05000000000000000000" pitchFamily="2" charset="2"/>
              <a:buChar char="l"/>
              <a:defRPr sz="1800">
                <a:latin typeface="KoPub돋움체_Pro Bold" panose="02020603020101020101" pitchFamily="18" charset="-127"/>
                <a:ea typeface="KoPub돋움체_Pro Bold" panose="02020603020101020101" pitchFamily="18" charset="-127"/>
              </a:defRPr>
            </a:lvl1pPr>
            <a:lvl2pPr marL="573088" indent="-238125">
              <a:buClr>
                <a:srgbClr val="FFCC66"/>
              </a:buClr>
              <a:buFont typeface="Wingdings" panose="05000000000000000000" pitchFamily="2" charset="2"/>
              <a:buChar char="l"/>
              <a:defRPr sz="16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2pPr>
            <a:lvl3pPr marL="860425" indent="-182563">
              <a:buClr>
                <a:srgbClr val="FFCC66"/>
              </a:buClr>
              <a:buFont typeface="Wingdings" panose="05000000000000000000" pitchFamily="2" charset="2"/>
              <a:buChar char="l"/>
              <a:defRPr sz="14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3pPr>
            <a:lvl4pPr marL="1198563" indent="-225425">
              <a:buClr>
                <a:srgbClr val="FFCC66"/>
              </a:buClr>
              <a:buFont typeface="Wingdings" panose="05000000000000000000" pitchFamily="2" charset="2"/>
              <a:buChar char="l"/>
              <a:defRPr sz="12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4pPr>
            <a:lvl5pPr marL="1544638" indent="-228600">
              <a:buClr>
                <a:srgbClr val="FFCC66"/>
              </a:buClr>
              <a:buFont typeface="Wingdings" panose="05000000000000000000" pitchFamily="2" charset="2"/>
              <a:buChar char="l"/>
              <a:defRPr sz="12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62BFA-C828-2446-9B72-82AD7C7C4D28}" type="datetime1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4629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781" y="1188101"/>
            <a:ext cx="8107710" cy="80072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3187" y="2104039"/>
            <a:ext cx="7431304" cy="4215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62BFA-C828-2446-9B72-82AD7C7C4D28}" type="datetime1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9502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5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-1" y="1802513"/>
            <a:ext cx="6063565" cy="1525991"/>
          </a:xfrm>
          <a:prstGeom prst="rect">
            <a:avLst/>
          </a:prstGeom>
          <a:solidFill>
            <a:srgbClr val="686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4237838" y="3041745"/>
            <a:ext cx="4906162" cy="860290"/>
          </a:xfrm>
          <a:prstGeom prst="rect">
            <a:avLst/>
          </a:prstGeom>
          <a:solidFill>
            <a:srgbClr val="BC65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903" y="2007073"/>
            <a:ext cx="5357451" cy="1016006"/>
          </a:xfrm>
        </p:spPr>
        <p:txBody>
          <a:bodyPr anchor="ctr"/>
          <a:lstStyle>
            <a:lvl1pPr algn="ctr">
              <a:defRPr sz="2800" b="0" i="0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9607" y="3051981"/>
            <a:ext cx="3974883" cy="792411"/>
          </a:xfrm>
        </p:spPr>
        <p:txBody>
          <a:bodyPr anchor="ctr"/>
          <a:lstStyle>
            <a:lvl1pPr marL="0" indent="0" algn="l">
              <a:buNone/>
              <a:defRPr sz="1700" b="0" cap="all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06830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996" y="1052514"/>
            <a:ext cx="3953364" cy="53720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8153" y="1052514"/>
            <a:ext cx="3976008" cy="53720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0C587-CD89-8C40-AE01-36B25C2FD636}" type="datetime1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27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995" y="983189"/>
            <a:ext cx="3960832" cy="568669"/>
          </a:xfrm>
        </p:spPr>
        <p:txBody>
          <a:bodyPr t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A6A40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8995" y="1562099"/>
            <a:ext cx="3960832" cy="4920071"/>
          </a:xfrm>
        </p:spPr>
        <p:txBody>
          <a:bodyPr/>
          <a:lstStyle>
            <a:lvl1pPr>
              <a:defRPr sz="1600">
                <a:solidFill>
                  <a:srgbClr val="504B4B"/>
                </a:solidFill>
              </a:defRPr>
            </a:lvl1pPr>
            <a:lvl2pPr>
              <a:defRPr sz="1400">
                <a:solidFill>
                  <a:srgbClr val="504B4B"/>
                </a:solidFill>
              </a:defRPr>
            </a:lvl2pPr>
            <a:lvl3pPr>
              <a:defRPr sz="1200">
                <a:solidFill>
                  <a:srgbClr val="504B4B"/>
                </a:solidFill>
              </a:defRPr>
            </a:lvl3pPr>
            <a:lvl4pPr>
              <a:defRPr sz="1100">
                <a:solidFill>
                  <a:srgbClr val="504B4B"/>
                </a:solidFill>
              </a:defRPr>
            </a:lvl4pPr>
            <a:lvl5pPr>
              <a:defRPr sz="1100">
                <a:solidFill>
                  <a:srgbClr val="504B4B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607" y="983189"/>
            <a:ext cx="3976008" cy="568669"/>
          </a:xfrm>
        </p:spPr>
        <p:txBody>
          <a:bodyPr t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A6A40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607" y="1562099"/>
            <a:ext cx="3976008" cy="4920071"/>
          </a:xfrm>
        </p:spPr>
        <p:txBody>
          <a:bodyPr/>
          <a:lstStyle>
            <a:lvl1pPr>
              <a:defRPr sz="1600">
                <a:solidFill>
                  <a:srgbClr val="504B4B"/>
                </a:solidFill>
              </a:defRPr>
            </a:lvl1pPr>
            <a:lvl2pPr>
              <a:defRPr sz="1400">
                <a:solidFill>
                  <a:srgbClr val="504B4B"/>
                </a:solidFill>
              </a:defRPr>
            </a:lvl2pPr>
            <a:lvl3pPr>
              <a:defRPr sz="1200">
                <a:solidFill>
                  <a:srgbClr val="504B4B"/>
                </a:solidFill>
              </a:defRPr>
            </a:lvl3pPr>
            <a:lvl4pPr>
              <a:defRPr sz="1100">
                <a:solidFill>
                  <a:srgbClr val="504B4B"/>
                </a:solidFill>
              </a:defRPr>
            </a:lvl4pPr>
            <a:lvl5pPr>
              <a:defRPr sz="1100">
                <a:solidFill>
                  <a:srgbClr val="504B4B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4BB27-D512-944F-BD47-D639527B0043}" type="datetime1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973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5320890" y="5330091"/>
            <a:ext cx="3606765" cy="1057841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300"/>
            </a:lvl1pPr>
            <a:lvl2pPr>
              <a:lnSpc>
                <a:spcPct val="100000"/>
              </a:lnSpc>
              <a:spcBef>
                <a:spcPts val="30"/>
              </a:spcBef>
              <a:defRPr sz="1200"/>
            </a:lvl2pPr>
            <a:lvl3pPr>
              <a:lnSpc>
                <a:spcPct val="100000"/>
              </a:lnSpc>
              <a:spcBef>
                <a:spcPts val="30"/>
              </a:spcBef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8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4629607" y="4893679"/>
            <a:ext cx="4287895" cy="423749"/>
          </a:xfrm>
        </p:spPr>
        <p:txBody>
          <a:bodyPr tIns="18288" bIns="18288"/>
          <a:lstStyle>
            <a:lvl1pPr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7"/>
          </p:nvPr>
        </p:nvSpPr>
        <p:spPr>
          <a:xfrm>
            <a:off x="1173187" y="1586793"/>
            <a:ext cx="4930054" cy="312578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C7D68E-693D-9C49-A798-620CA0EADA79}" type="datetime1">
              <a:rPr lang="en-US"/>
              <a:pPr>
                <a:defRPr/>
              </a:pPr>
              <a:t>4/7/2026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03CD29-3FF4-6D4C-91CD-B76B0411C46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352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1830388" y="5078133"/>
            <a:ext cx="5329237" cy="423749"/>
          </a:xfrm>
        </p:spPr>
        <p:txBody>
          <a:bodyPr tIns="18288" bIns="18288"/>
          <a:lstStyle>
            <a:lvl1pPr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1967321" y="5513243"/>
            <a:ext cx="5216365" cy="935037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300">
                <a:solidFill>
                  <a:srgbClr val="373737"/>
                </a:solidFill>
              </a:defRPr>
            </a:lvl1pPr>
            <a:lvl2pPr>
              <a:spcBef>
                <a:spcPts val="200"/>
              </a:spcBef>
              <a:defRPr sz="1200"/>
            </a:lvl2pPr>
            <a:lvl3pPr>
              <a:spcBef>
                <a:spcPts val="100"/>
              </a:spcBef>
              <a:defRPr sz="1200"/>
            </a:lvl3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1868332" y="1553021"/>
            <a:ext cx="5278773" cy="3312262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6E382E-3682-864D-BAAA-426D382364D6}" type="datetime1">
              <a:rPr lang="en-US"/>
              <a:pPr>
                <a:defRPr/>
              </a:pPr>
              <a:t>4/7/2026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0F1395-DF07-7644-8D70-6CD057F6934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2457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2726889" y="1519159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2838920" y="1854654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984284" y="151915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9" name="Picture Placeholder 16"/>
          <p:cNvSpPr>
            <a:spLocks noGrp="1"/>
          </p:cNvSpPr>
          <p:nvPr>
            <p:ph type="pic" sz="quarter" idx="19"/>
          </p:nvPr>
        </p:nvSpPr>
        <p:spPr>
          <a:xfrm>
            <a:off x="984284" y="311302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10" name="Picture Placeholder 16"/>
          <p:cNvSpPr>
            <a:spLocks noGrp="1"/>
          </p:cNvSpPr>
          <p:nvPr>
            <p:ph type="pic" sz="quarter" idx="20"/>
          </p:nvPr>
        </p:nvSpPr>
        <p:spPr>
          <a:xfrm>
            <a:off x="984284" y="470689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21"/>
          </p:nvPr>
        </p:nvSpPr>
        <p:spPr>
          <a:xfrm>
            <a:off x="2726889" y="3113029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2"/>
          </p:nvPr>
        </p:nvSpPr>
        <p:spPr>
          <a:xfrm>
            <a:off x="2838920" y="3448524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3"/>
            <a:endParaRPr lang="en-US" dirty="0"/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23"/>
          </p:nvPr>
        </p:nvSpPr>
        <p:spPr>
          <a:xfrm>
            <a:off x="2726889" y="4706900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24"/>
          </p:nvPr>
        </p:nvSpPr>
        <p:spPr>
          <a:xfrm>
            <a:off x="2838920" y="5042395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8" name="Date Placeholder 3"/>
          <p:cNvSpPr>
            <a:spLocks noGrp="1"/>
          </p:cNvSpPr>
          <p:nvPr>
            <p:ph type="dt" sz="half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5F553F-D6CF-024A-83E8-16C5ACBDBF0C}" type="datetime1">
              <a:rPr lang="en-US"/>
              <a:pPr>
                <a:defRPr/>
              </a:pPr>
              <a:t>4/7/2026</a:t>
            </a:fld>
            <a:endParaRPr lang="en-US" dirty="0"/>
          </a:p>
        </p:txBody>
      </p:sp>
      <p:sp>
        <p:nvSpPr>
          <p:cNvPr id="19" name="Footer Placeholder 4"/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4D706A-52FD-E64D-AE1E-7C9D69A6BCF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5655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498996" y="1400681"/>
            <a:ext cx="3266506" cy="5140855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3944322" y="1271542"/>
            <a:ext cx="4576923" cy="423339"/>
          </a:xfrm>
        </p:spPr>
        <p:txBody>
          <a:bodyPr/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3944322" y="1707014"/>
            <a:ext cx="4576923" cy="4209134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200"/>
              </a:spcBef>
              <a:defRPr sz="1100"/>
            </a:lvl3pPr>
            <a:lvl4pPr>
              <a:lnSpc>
                <a:spcPct val="100000"/>
              </a:lnSpc>
              <a:spcBef>
                <a:spcPts val="100"/>
              </a:spcBef>
              <a:defRPr sz="1050"/>
            </a:lvl4pPr>
            <a:lvl5pPr>
              <a:lnSpc>
                <a:spcPct val="100000"/>
              </a:lnSpc>
              <a:spcBef>
                <a:spcPts val="1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3B569C-1EA5-424B-AEC8-7C697A5412D8}" type="datetime1">
              <a:rPr lang="en-US"/>
              <a:pPr>
                <a:defRPr/>
              </a:pPr>
              <a:t>4/7/2026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21BB04-64BC-524B-8E69-A4BB3B716DB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86793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6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7538" y="748130"/>
            <a:ext cx="4501662" cy="800724"/>
          </a:xfrm>
        </p:spPr>
        <p:txBody>
          <a:bodyPr/>
          <a:lstStyle>
            <a:lvl1pPr>
              <a:defRPr sz="2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95615" y="6547962"/>
            <a:ext cx="1288163" cy="292565"/>
          </a:xfrm>
        </p:spPr>
        <p:txBody>
          <a:bodyPr/>
          <a:lstStyle/>
          <a:p>
            <a:fld id="{7E81C33E-41CC-7144-9EE9-6BB47BFC27EB}" type="datetime1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1923" y="6547962"/>
            <a:ext cx="2086022" cy="2925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95846" y="6547962"/>
            <a:ext cx="890953" cy="292565"/>
          </a:xfrm>
        </p:spPr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4803677" y="1730693"/>
            <a:ext cx="4035523" cy="42333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0" kern="1200" cap="small" dirty="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</a:pPr>
            <a:r>
              <a:rPr lang="en-US" dirty="0"/>
              <a:t>Click to edit Master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865077" y="2139462"/>
            <a:ext cx="3974124" cy="4073769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200"/>
              </a:spcBef>
              <a:defRPr sz="1100"/>
            </a:lvl3pPr>
            <a:lvl4pPr>
              <a:lnSpc>
                <a:spcPct val="100000"/>
              </a:lnSpc>
              <a:spcBef>
                <a:spcPts val="100"/>
              </a:spcBef>
              <a:defRPr sz="1050"/>
            </a:lvl4pPr>
            <a:lvl5pPr>
              <a:lnSpc>
                <a:spcPct val="100000"/>
              </a:lnSpc>
              <a:spcBef>
                <a:spcPts val="1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1934308" y="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0" y="2286001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1934308" y="2286001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0" y="457200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1934308" y="457200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87803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Wash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orld-map_wash2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368425"/>
            <a:ext cx="9144000" cy="446393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EBC88-5945-6548-81AC-D1E801230918}" type="datetime1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83298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Washout Map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world-map_wash2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368425"/>
            <a:ext cx="9144000" cy="44653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1942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7FCC0-BCF1-7F40-94F0-C8B3ACD33893}" type="datetime1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54817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Bold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orld-map_100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004888"/>
            <a:ext cx="9144000" cy="4463935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A98B9-3ABE-A242-9F6B-DA9BAB124A35}" type="datetime1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783013"/>
            <a:ext cx="9144000" cy="1571625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FFFF"/>
              </a:solidFill>
              <a:latin typeface="Verdana"/>
              <a:cs typeface="Verdana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7744"/>
            <a:ext cx="9144000" cy="825867"/>
          </a:xfrm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398714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12 and Statement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-1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2285999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-1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2285999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8" name="Picture Placeholder 6"/>
          <p:cNvSpPr>
            <a:spLocks noGrp="1"/>
          </p:cNvSpPr>
          <p:nvPr>
            <p:ph type="pic" sz="quarter" idx="23"/>
          </p:nvPr>
        </p:nvSpPr>
        <p:spPr>
          <a:xfrm>
            <a:off x="4571999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9" name="Picture Placeholder 6"/>
          <p:cNvSpPr>
            <a:spLocks noGrp="1"/>
          </p:cNvSpPr>
          <p:nvPr>
            <p:ph type="pic" sz="quarter" idx="24"/>
          </p:nvPr>
        </p:nvSpPr>
        <p:spPr>
          <a:xfrm>
            <a:off x="6858000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0" name="Picture Placeholder 6"/>
          <p:cNvSpPr>
            <a:spLocks noGrp="1"/>
          </p:cNvSpPr>
          <p:nvPr>
            <p:ph type="pic" sz="quarter" idx="25"/>
          </p:nvPr>
        </p:nvSpPr>
        <p:spPr>
          <a:xfrm>
            <a:off x="4571999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1" name="Picture Placeholder 6"/>
          <p:cNvSpPr>
            <a:spLocks noGrp="1"/>
          </p:cNvSpPr>
          <p:nvPr>
            <p:ph type="pic" sz="quarter" idx="26"/>
          </p:nvPr>
        </p:nvSpPr>
        <p:spPr>
          <a:xfrm>
            <a:off x="6858000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5" name="Text Placeholder 12"/>
          <p:cNvSpPr>
            <a:spLocks noGrp="1"/>
          </p:cNvSpPr>
          <p:nvPr>
            <p:ph type="body" sz="quarter" idx="28" hasCustomPrompt="1"/>
          </p:nvPr>
        </p:nvSpPr>
        <p:spPr>
          <a:xfrm>
            <a:off x="0" y="3783013"/>
            <a:ext cx="9144000" cy="1572768"/>
          </a:xfr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marL="0" indent="0" algn="ctr" defTabSz="457200" rtl="0" eaLnBrk="1" latinLnBrk="0" hangingPunct="1">
              <a:buNone/>
              <a:defRPr lang="en-US" sz="1600" kern="1200" dirty="0">
                <a:solidFill>
                  <a:srgbClr val="666666"/>
                </a:solidFill>
                <a:latin typeface="Verdana"/>
                <a:ea typeface="+mn-ea"/>
                <a:cs typeface="Verdana"/>
              </a:defRPr>
            </a:lvl1pPr>
          </a:lstStyle>
          <a:p>
            <a:pPr marL="0" lvl="0" indent="-225425" algn="ctr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Char char="•"/>
            </a:pPr>
            <a:r>
              <a:rPr lang="en-US" dirty="0"/>
              <a:t>Statement here</a:t>
            </a:r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-1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2285999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21"/>
          </p:nvPr>
        </p:nvSpPr>
        <p:spPr>
          <a:xfrm>
            <a:off x="4571999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7" name="Picture Placeholder 6"/>
          <p:cNvSpPr>
            <a:spLocks noGrp="1"/>
          </p:cNvSpPr>
          <p:nvPr>
            <p:ph type="pic" sz="quarter" idx="22"/>
          </p:nvPr>
        </p:nvSpPr>
        <p:spPr>
          <a:xfrm>
            <a:off x="6858000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05156-B5F0-8F44-9B3B-B829BD25E71A}" type="datetime1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6524"/>
            <a:ext cx="9144000" cy="825867"/>
          </a:xfrm>
          <a:ln>
            <a:noFill/>
          </a:ln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17371021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be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merica-globe_shadow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429014" y="203200"/>
            <a:ext cx="6640871" cy="666496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B5F46-2B7F-5B4D-AD94-C45166DC40CF}" type="datetime1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783013"/>
            <a:ext cx="9144000" cy="1571625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FFFF"/>
              </a:solidFill>
              <a:latin typeface="Verdana"/>
              <a:cs typeface="Verdana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7744"/>
            <a:ext cx="9144000" cy="825867"/>
          </a:xfrm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16664132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b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merica-globe_shadow_small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82880" y="332740"/>
            <a:ext cx="5059680" cy="508076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7769" y="3884054"/>
            <a:ext cx="4166148" cy="800724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95615" y="6547962"/>
            <a:ext cx="1288163" cy="292565"/>
          </a:xfrm>
        </p:spPr>
        <p:txBody>
          <a:bodyPr/>
          <a:lstStyle/>
          <a:p>
            <a:fld id="{6E7C3E9F-FCDE-664F-9336-1ABBAA0EA927}" type="datetime1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1923" y="6547962"/>
            <a:ext cx="2086022" cy="2925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95846" y="6547962"/>
            <a:ext cx="890953" cy="292565"/>
          </a:xfrm>
        </p:spPr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708768" y="4699000"/>
            <a:ext cx="4112847" cy="1807308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defRPr sz="1100"/>
            </a:lvl2pPr>
            <a:lvl3pPr>
              <a:lnSpc>
                <a:spcPct val="100000"/>
              </a:lnSpc>
              <a:spcBef>
                <a:spcPts val="200"/>
              </a:spcBef>
              <a:defRPr sz="1050"/>
            </a:lvl3pPr>
            <a:lvl4pPr>
              <a:lnSpc>
                <a:spcPct val="100000"/>
              </a:lnSpc>
              <a:spcBef>
                <a:spcPts val="100"/>
              </a:spcBef>
              <a:defRPr sz="1000"/>
            </a:lvl4pPr>
            <a:lvl5pPr>
              <a:lnSpc>
                <a:spcPct val="100000"/>
              </a:lnSpc>
              <a:spcBef>
                <a:spcPts val="100"/>
              </a:spcBef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682916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48132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1790700" y="990600"/>
            <a:ext cx="6756400" cy="3683000"/>
          </a:xfrm>
        </p:spPr>
        <p:txBody>
          <a:bodyPr/>
          <a:lstStyle>
            <a:lvl1pPr algn="r">
              <a:buNone/>
              <a:defRPr sz="6000" b="1" baseline="0">
                <a:solidFill>
                  <a:srgbClr val="F79646"/>
                </a:solidFill>
              </a:defRPr>
            </a:lvl1pPr>
          </a:lstStyle>
          <a:p>
            <a:pPr lvl="0"/>
            <a:r>
              <a:rPr lang="en-US" dirty="0"/>
              <a:t>Emphasis Slide</a:t>
            </a:r>
          </a:p>
          <a:p>
            <a:pPr lvl="0"/>
            <a:r>
              <a:rPr lang="en-US" dirty="0"/>
              <a:t>Used for making one important Point</a:t>
            </a:r>
          </a:p>
        </p:txBody>
      </p:sp>
    </p:spTree>
    <p:extLst>
      <p:ext uri="{BB962C8B-B14F-4D97-AF65-F5344CB8AC3E}">
        <p14:creationId xmlns:p14="http://schemas.microsoft.com/office/powerpoint/2010/main" val="145276638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DA2EC-FE51-234C-8874-87F532D5C722}" type="datetime1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0160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6BB0B-C07A-EF4C-ADBF-B404E3B41965}" type="datetime1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77739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0531E-1DA2-B34A-93A6-C570B815175C}" type="datetime1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808376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E4664-5CFD-1A4D-9B41-76CFD729FE90}" type="datetime1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626047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28452" y="1906719"/>
            <a:ext cx="6912841" cy="1522281"/>
          </a:xfrm>
          <a:noFill/>
        </p:spPr>
        <p:txBody>
          <a:bodyPr wrap="square" lIns="0" tIns="0" rIns="0" bIns="0" rtlCol="0" anchor="t" anchorCtr="0">
            <a:noAutofit/>
          </a:bodyPr>
          <a:lstStyle>
            <a:lvl1pPr marL="0" algn="l" defTabSz="457200" rtl="0" eaLnBrk="1" latinLnBrk="0" hangingPunct="1">
              <a:defRPr lang="en-US" sz="4800" b="1" kern="1200" dirty="0">
                <a:solidFill>
                  <a:schemeClr val="bg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defRPr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3912621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  <p15:guide id="3" orient="horz" pos="106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6897382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995" y="1922202"/>
            <a:ext cx="8081453" cy="80072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755618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781" y="548650"/>
            <a:ext cx="8107710" cy="80072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6781" y="1470362"/>
            <a:ext cx="8105496" cy="496462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8685093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781" y="1188101"/>
            <a:ext cx="8107710" cy="80072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3187" y="2104039"/>
            <a:ext cx="7431304" cy="4215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64862BFA-C828-2446-9B72-82AD7C7C4D28}" type="datetime1">
              <a:rPr lang="en-US" smtClean="0">
                <a:solidFill>
                  <a:srgbClr val="464646"/>
                </a:solidFill>
              </a:rPr>
              <a:pPr/>
              <a:t>4/7/2026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9795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53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-1" y="1802513"/>
            <a:ext cx="6063565" cy="1525991"/>
          </a:xfrm>
          <a:prstGeom prst="rect">
            <a:avLst/>
          </a:prstGeom>
          <a:solidFill>
            <a:srgbClr val="686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4237838" y="3041745"/>
            <a:ext cx="4906162" cy="860290"/>
          </a:xfrm>
          <a:prstGeom prst="rect">
            <a:avLst/>
          </a:prstGeom>
          <a:solidFill>
            <a:srgbClr val="BC65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903" y="2007073"/>
            <a:ext cx="5357451" cy="1016006"/>
          </a:xfrm>
        </p:spPr>
        <p:txBody>
          <a:bodyPr anchor="ctr"/>
          <a:lstStyle>
            <a:lvl1pPr algn="ctr">
              <a:defRPr sz="2800" b="0" i="0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9607" y="3051981"/>
            <a:ext cx="3974883" cy="792411"/>
          </a:xfrm>
        </p:spPr>
        <p:txBody>
          <a:bodyPr anchor="ctr"/>
          <a:lstStyle>
            <a:lvl1pPr marL="0" indent="0" algn="l">
              <a:buNone/>
              <a:defRPr sz="1700" b="0" cap="all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0127579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996" y="1052514"/>
            <a:ext cx="3953364" cy="53720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8153" y="1052514"/>
            <a:ext cx="3976008" cy="53720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EF40C587-CD89-8C40-AE01-36B25C2FD636}" type="datetime1">
              <a:rPr lang="en-US" smtClean="0">
                <a:solidFill>
                  <a:srgbClr val="464646"/>
                </a:solidFill>
              </a:rPr>
              <a:pPr/>
              <a:t>4/7/2026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398548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995" y="983189"/>
            <a:ext cx="3960832" cy="568669"/>
          </a:xfrm>
        </p:spPr>
        <p:txBody>
          <a:bodyPr t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A6A40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8995" y="1562099"/>
            <a:ext cx="3960832" cy="4920071"/>
          </a:xfrm>
        </p:spPr>
        <p:txBody>
          <a:bodyPr/>
          <a:lstStyle>
            <a:lvl1pPr>
              <a:defRPr sz="1600">
                <a:solidFill>
                  <a:srgbClr val="504B4B"/>
                </a:solidFill>
              </a:defRPr>
            </a:lvl1pPr>
            <a:lvl2pPr>
              <a:defRPr sz="1400">
                <a:solidFill>
                  <a:srgbClr val="504B4B"/>
                </a:solidFill>
              </a:defRPr>
            </a:lvl2pPr>
            <a:lvl3pPr>
              <a:defRPr sz="1200">
                <a:solidFill>
                  <a:srgbClr val="504B4B"/>
                </a:solidFill>
              </a:defRPr>
            </a:lvl3pPr>
            <a:lvl4pPr>
              <a:defRPr sz="1100">
                <a:solidFill>
                  <a:srgbClr val="504B4B"/>
                </a:solidFill>
              </a:defRPr>
            </a:lvl4pPr>
            <a:lvl5pPr>
              <a:defRPr sz="1100">
                <a:solidFill>
                  <a:srgbClr val="504B4B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607" y="983189"/>
            <a:ext cx="3976008" cy="568669"/>
          </a:xfrm>
        </p:spPr>
        <p:txBody>
          <a:bodyPr t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A6A40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607" y="1562099"/>
            <a:ext cx="3976008" cy="4920071"/>
          </a:xfrm>
        </p:spPr>
        <p:txBody>
          <a:bodyPr/>
          <a:lstStyle>
            <a:lvl1pPr>
              <a:defRPr sz="1600">
                <a:solidFill>
                  <a:srgbClr val="504B4B"/>
                </a:solidFill>
              </a:defRPr>
            </a:lvl1pPr>
            <a:lvl2pPr>
              <a:defRPr sz="1400">
                <a:solidFill>
                  <a:srgbClr val="504B4B"/>
                </a:solidFill>
              </a:defRPr>
            </a:lvl2pPr>
            <a:lvl3pPr>
              <a:defRPr sz="1200">
                <a:solidFill>
                  <a:srgbClr val="504B4B"/>
                </a:solidFill>
              </a:defRPr>
            </a:lvl3pPr>
            <a:lvl4pPr>
              <a:defRPr sz="1100">
                <a:solidFill>
                  <a:srgbClr val="504B4B"/>
                </a:solidFill>
              </a:defRPr>
            </a:lvl4pPr>
            <a:lvl5pPr>
              <a:defRPr sz="1100">
                <a:solidFill>
                  <a:srgbClr val="504B4B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234BB27-D512-944F-BD47-D639527B0043}" type="datetime1">
              <a:rPr lang="en-US" smtClean="0">
                <a:solidFill>
                  <a:srgbClr val="464646"/>
                </a:solidFill>
              </a:rPr>
              <a:pPr/>
              <a:t>4/7/2026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18031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5320890" y="5330091"/>
            <a:ext cx="3606765" cy="1057841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300"/>
            </a:lvl1pPr>
            <a:lvl2pPr>
              <a:lnSpc>
                <a:spcPct val="100000"/>
              </a:lnSpc>
              <a:spcBef>
                <a:spcPts val="30"/>
              </a:spcBef>
              <a:defRPr sz="1200"/>
            </a:lvl2pPr>
            <a:lvl3pPr>
              <a:lnSpc>
                <a:spcPct val="100000"/>
              </a:lnSpc>
              <a:spcBef>
                <a:spcPts val="30"/>
              </a:spcBef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8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4629607" y="4893679"/>
            <a:ext cx="4287895" cy="423749"/>
          </a:xfrm>
        </p:spPr>
        <p:txBody>
          <a:bodyPr tIns="18288" bIns="18288"/>
          <a:lstStyle>
            <a:lvl1pPr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7"/>
          </p:nvPr>
        </p:nvSpPr>
        <p:spPr>
          <a:xfrm>
            <a:off x="1173187" y="1586793"/>
            <a:ext cx="4930054" cy="312578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8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C7D68E-693D-9C49-A798-620CA0EADA79}" type="datetime1">
              <a:rPr lang="en-US">
                <a:solidFill>
                  <a:srgbClr val="464646"/>
                </a:solidFill>
              </a:rPr>
              <a:pPr>
                <a:defRPr/>
              </a:pPr>
              <a:t>4/7/2026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9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20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03CD29-3FF4-6D4C-91CD-B76B0411C46D}" type="slidenum">
              <a:rPr lang="en-US">
                <a:solidFill>
                  <a:srgbClr val="464646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801128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1830388" y="5078133"/>
            <a:ext cx="5329237" cy="423749"/>
          </a:xfrm>
        </p:spPr>
        <p:txBody>
          <a:bodyPr tIns="18288" bIns="18288"/>
          <a:lstStyle>
            <a:lvl1pPr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1967321" y="5513243"/>
            <a:ext cx="5216365" cy="935037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300">
                <a:solidFill>
                  <a:srgbClr val="373737"/>
                </a:solidFill>
              </a:defRPr>
            </a:lvl1pPr>
            <a:lvl2pPr>
              <a:spcBef>
                <a:spcPts val="200"/>
              </a:spcBef>
              <a:defRPr sz="1200"/>
            </a:lvl2pPr>
            <a:lvl3pPr>
              <a:spcBef>
                <a:spcPts val="100"/>
              </a:spcBef>
              <a:defRPr sz="1200"/>
            </a:lvl3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1868332" y="1553021"/>
            <a:ext cx="5278773" cy="3312262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9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6E382E-3682-864D-BAAA-426D382364D6}" type="datetime1">
              <a:rPr lang="en-US">
                <a:solidFill>
                  <a:srgbClr val="464646"/>
                </a:solidFill>
              </a:rPr>
              <a:pPr>
                <a:defRPr/>
              </a:pPr>
              <a:t>4/7/2026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20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1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0F1395-DF07-7644-8D70-6CD057F69345}" type="slidenum">
              <a:rPr lang="en-US">
                <a:solidFill>
                  <a:srgbClr val="464646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200870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2726889" y="1519159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2838920" y="1854654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984284" y="151915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9" name="Picture Placeholder 16"/>
          <p:cNvSpPr>
            <a:spLocks noGrp="1"/>
          </p:cNvSpPr>
          <p:nvPr>
            <p:ph type="pic" sz="quarter" idx="19"/>
          </p:nvPr>
        </p:nvSpPr>
        <p:spPr>
          <a:xfrm>
            <a:off x="984284" y="311302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10" name="Picture Placeholder 16"/>
          <p:cNvSpPr>
            <a:spLocks noGrp="1"/>
          </p:cNvSpPr>
          <p:nvPr>
            <p:ph type="pic" sz="quarter" idx="20"/>
          </p:nvPr>
        </p:nvSpPr>
        <p:spPr>
          <a:xfrm>
            <a:off x="984284" y="470689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21"/>
          </p:nvPr>
        </p:nvSpPr>
        <p:spPr>
          <a:xfrm>
            <a:off x="2726889" y="3113029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2"/>
          </p:nvPr>
        </p:nvSpPr>
        <p:spPr>
          <a:xfrm>
            <a:off x="2838920" y="3448524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3"/>
            <a:endParaRPr lang="en-US" dirty="0"/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23"/>
          </p:nvPr>
        </p:nvSpPr>
        <p:spPr>
          <a:xfrm>
            <a:off x="2726889" y="4706900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24"/>
          </p:nvPr>
        </p:nvSpPr>
        <p:spPr>
          <a:xfrm>
            <a:off x="2838920" y="5042395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8" name="Date Placeholder 3"/>
          <p:cNvSpPr>
            <a:spLocks noGrp="1"/>
          </p:cNvSpPr>
          <p:nvPr>
            <p:ph type="dt" sz="half" idx="25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5F553F-D6CF-024A-83E8-16C5ACBDBF0C}" type="datetime1">
              <a:rPr lang="en-US">
                <a:solidFill>
                  <a:srgbClr val="464646"/>
                </a:solidFill>
              </a:rPr>
              <a:pPr>
                <a:defRPr/>
              </a:pPr>
              <a:t>4/7/2026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9" name="Footer Placeholder 4"/>
          <p:cNvSpPr>
            <a:spLocks noGrp="1"/>
          </p:cNvSpPr>
          <p:nvPr>
            <p:ph type="ftr" sz="quarter" idx="26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27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4D706A-52FD-E64D-AE1E-7C9D69A6BCFF}" type="slidenum">
              <a:rPr lang="en-US">
                <a:solidFill>
                  <a:srgbClr val="464646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70085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498996" y="1400681"/>
            <a:ext cx="3266506" cy="5140855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3944322" y="1271542"/>
            <a:ext cx="4576923" cy="423339"/>
          </a:xfrm>
        </p:spPr>
        <p:txBody>
          <a:bodyPr/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3944322" y="1707014"/>
            <a:ext cx="4576923" cy="4209134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200"/>
              </a:spcBef>
              <a:defRPr sz="1100"/>
            </a:lvl3pPr>
            <a:lvl4pPr>
              <a:lnSpc>
                <a:spcPct val="100000"/>
              </a:lnSpc>
              <a:spcBef>
                <a:spcPts val="100"/>
              </a:spcBef>
              <a:defRPr sz="1050"/>
            </a:lvl4pPr>
            <a:lvl5pPr>
              <a:lnSpc>
                <a:spcPct val="100000"/>
              </a:lnSpc>
              <a:spcBef>
                <a:spcPts val="1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6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3B569C-1EA5-424B-AEC8-7C697A5412D8}" type="datetime1">
              <a:rPr lang="en-US">
                <a:solidFill>
                  <a:srgbClr val="464646"/>
                </a:solidFill>
              </a:rPr>
              <a:pPr>
                <a:defRPr/>
              </a:pPr>
              <a:t>4/7/2026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7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8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21BB04-64BC-524B-8E69-A4BB3B716DBF}" type="slidenum">
              <a:rPr lang="en-US">
                <a:solidFill>
                  <a:srgbClr val="464646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46435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6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7538" y="748130"/>
            <a:ext cx="4501662" cy="800724"/>
          </a:xfrm>
        </p:spPr>
        <p:txBody>
          <a:bodyPr/>
          <a:lstStyle>
            <a:lvl1pPr>
              <a:defRPr sz="2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95615" y="6547962"/>
            <a:ext cx="1288163" cy="292565"/>
          </a:xfrm>
          <a:prstGeom prst="rect">
            <a:avLst/>
          </a:prstGeom>
        </p:spPr>
        <p:txBody>
          <a:bodyPr/>
          <a:lstStyle/>
          <a:p>
            <a:fld id="{7E81C33E-41CC-7144-9EE9-6BB47BFC27EB}" type="datetime1">
              <a:rPr lang="en-US" smtClean="0">
                <a:solidFill>
                  <a:srgbClr val="464646"/>
                </a:solidFill>
              </a:rPr>
              <a:pPr/>
              <a:t>4/7/2026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1923" y="6547962"/>
            <a:ext cx="2086022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95846" y="6547962"/>
            <a:ext cx="890953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4803677" y="1730693"/>
            <a:ext cx="4035523" cy="42333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0" kern="1200" cap="small" dirty="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</a:pPr>
            <a:r>
              <a:rPr lang="en-US" dirty="0"/>
              <a:t>Click to edit Master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865077" y="2139462"/>
            <a:ext cx="3974124" cy="4073769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200"/>
              </a:spcBef>
              <a:defRPr sz="1100"/>
            </a:lvl3pPr>
            <a:lvl4pPr>
              <a:lnSpc>
                <a:spcPct val="100000"/>
              </a:lnSpc>
              <a:spcBef>
                <a:spcPts val="100"/>
              </a:spcBef>
              <a:defRPr sz="1050"/>
            </a:lvl4pPr>
            <a:lvl5pPr>
              <a:lnSpc>
                <a:spcPct val="100000"/>
              </a:lnSpc>
              <a:spcBef>
                <a:spcPts val="1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1934308" y="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0" y="2286001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1934308" y="2286001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0" y="457200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1934308" y="457200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73889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Wash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orld-map_wash2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368425"/>
            <a:ext cx="9144000" cy="446393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51BEBC88-5945-6548-81AC-D1E801230918}" type="datetime1">
              <a:rPr lang="en-US" smtClean="0">
                <a:solidFill>
                  <a:srgbClr val="464646"/>
                </a:solidFill>
              </a:rPr>
              <a:pPr/>
              <a:t>4/7/2026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70081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Washout Map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world-map_wash2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368425"/>
            <a:ext cx="9144000" cy="44653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1942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6917FCC0-BCF1-7F40-94F0-C8B3ACD33893}" type="datetime1">
              <a:rPr lang="en-US" smtClean="0">
                <a:solidFill>
                  <a:srgbClr val="464646"/>
                </a:solidFill>
              </a:rPr>
              <a:pPr/>
              <a:t>4/7/2026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273535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Bold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orld-map_100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004888"/>
            <a:ext cx="9144000" cy="4463935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08CA98B9-3ABE-A242-9F6B-DA9BAB124A35}" type="datetime1">
              <a:rPr lang="en-US" smtClean="0">
                <a:solidFill>
                  <a:srgbClr val="464646"/>
                </a:solidFill>
              </a:rPr>
              <a:pPr/>
              <a:t>4/7/2026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3783013"/>
            <a:ext cx="9144000" cy="1571625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FFFF"/>
              </a:solidFill>
              <a:latin typeface="Verdana"/>
              <a:cs typeface="Verdana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7744"/>
            <a:ext cx="9144000" cy="825867"/>
          </a:xfrm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19292992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12 and Statement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-1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2285999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-1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2285999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8" name="Picture Placeholder 6"/>
          <p:cNvSpPr>
            <a:spLocks noGrp="1"/>
          </p:cNvSpPr>
          <p:nvPr>
            <p:ph type="pic" sz="quarter" idx="23"/>
          </p:nvPr>
        </p:nvSpPr>
        <p:spPr>
          <a:xfrm>
            <a:off x="4571999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9" name="Picture Placeholder 6"/>
          <p:cNvSpPr>
            <a:spLocks noGrp="1"/>
          </p:cNvSpPr>
          <p:nvPr>
            <p:ph type="pic" sz="quarter" idx="24"/>
          </p:nvPr>
        </p:nvSpPr>
        <p:spPr>
          <a:xfrm>
            <a:off x="6858000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0" name="Picture Placeholder 6"/>
          <p:cNvSpPr>
            <a:spLocks noGrp="1"/>
          </p:cNvSpPr>
          <p:nvPr>
            <p:ph type="pic" sz="quarter" idx="25"/>
          </p:nvPr>
        </p:nvSpPr>
        <p:spPr>
          <a:xfrm>
            <a:off x="4571999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1" name="Picture Placeholder 6"/>
          <p:cNvSpPr>
            <a:spLocks noGrp="1"/>
          </p:cNvSpPr>
          <p:nvPr>
            <p:ph type="pic" sz="quarter" idx="26"/>
          </p:nvPr>
        </p:nvSpPr>
        <p:spPr>
          <a:xfrm>
            <a:off x="6858000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5" name="Text Placeholder 12"/>
          <p:cNvSpPr>
            <a:spLocks noGrp="1"/>
          </p:cNvSpPr>
          <p:nvPr>
            <p:ph type="body" sz="quarter" idx="28" hasCustomPrompt="1"/>
          </p:nvPr>
        </p:nvSpPr>
        <p:spPr>
          <a:xfrm>
            <a:off x="0" y="3783013"/>
            <a:ext cx="9144000" cy="1572768"/>
          </a:xfr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marL="0" indent="0" algn="ctr" defTabSz="457200" rtl="0" eaLnBrk="1" latinLnBrk="0" hangingPunct="1">
              <a:buNone/>
              <a:defRPr lang="en-US" sz="1600" kern="1200" dirty="0">
                <a:solidFill>
                  <a:srgbClr val="666666"/>
                </a:solidFill>
                <a:latin typeface="Verdana"/>
                <a:ea typeface="+mn-ea"/>
                <a:cs typeface="Verdana"/>
              </a:defRPr>
            </a:lvl1pPr>
          </a:lstStyle>
          <a:p>
            <a:pPr marL="0" lvl="0" indent="-225425" algn="ctr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Char char="•"/>
            </a:pPr>
            <a:r>
              <a:rPr lang="en-US" dirty="0"/>
              <a:t>Statement here</a:t>
            </a:r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-1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2285999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21"/>
          </p:nvPr>
        </p:nvSpPr>
        <p:spPr>
          <a:xfrm>
            <a:off x="4571999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7" name="Picture Placeholder 6"/>
          <p:cNvSpPr>
            <a:spLocks noGrp="1"/>
          </p:cNvSpPr>
          <p:nvPr>
            <p:ph type="pic" sz="quarter" idx="22"/>
          </p:nvPr>
        </p:nvSpPr>
        <p:spPr>
          <a:xfrm>
            <a:off x="6858000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51305156-B5F0-8F44-9B3B-B829BD25E71A}" type="datetime1">
              <a:rPr lang="en-US" smtClean="0">
                <a:solidFill>
                  <a:srgbClr val="464646"/>
                </a:solidFill>
              </a:rPr>
              <a:pPr/>
              <a:t>4/7/2026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6524"/>
            <a:ext cx="9144000" cy="825867"/>
          </a:xfrm>
          <a:ln>
            <a:noFill/>
          </a:ln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156370993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be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merica-globe_shadow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429014" y="203200"/>
            <a:ext cx="6640871" cy="666496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2DAB5F46-2B7F-5B4D-AD94-C45166DC40CF}" type="datetime1">
              <a:rPr lang="en-US" smtClean="0">
                <a:solidFill>
                  <a:srgbClr val="464646"/>
                </a:solidFill>
              </a:rPr>
              <a:pPr/>
              <a:t>4/7/2026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3783013"/>
            <a:ext cx="9144000" cy="1571625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FFFF"/>
              </a:solidFill>
              <a:latin typeface="Verdana"/>
              <a:cs typeface="Verdana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7744"/>
            <a:ext cx="9144000" cy="825867"/>
          </a:xfrm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252962795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b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merica-globe_shadow_small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82880" y="332740"/>
            <a:ext cx="5059680" cy="508076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7769" y="3884054"/>
            <a:ext cx="4166148" cy="800724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95615" y="6547962"/>
            <a:ext cx="1288163" cy="292565"/>
          </a:xfrm>
          <a:prstGeom prst="rect">
            <a:avLst/>
          </a:prstGeom>
        </p:spPr>
        <p:txBody>
          <a:bodyPr/>
          <a:lstStyle/>
          <a:p>
            <a:fld id="{6E7C3E9F-FCDE-664F-9336-1ABBAA0EA927}" type="datetime1">
              <a:rPr lang="en-US" smtClean="0">
                <a:solidFill>
                  <a:srgbClr val="464646"/>
                </a:solidFill>
              </a:rPr>
              <a:pPr/>
              <a:t>4/7/2026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1923" y="6547962"/>
            <a:ext cx="2086022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95846" y="6547962"/>
            <a:ext cx="890953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708768" y="4699000"/>
            <a:ext cx="4112847" cy="1807308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defRPr sz="1100"/>
            </a:lvl2pPr>
            <a:lvl3pPr>
              <a:lnSpc>
                <a:spcPct val="100000"/>
              </a:lnSpc>
              <a:spcBef>
                <a:spcPts val="200"/>
              </a:spcBef>
              <a:defRPr sz="1050"/>
            </a:lvl3pPr>
            <a:lvl4pPr>
              <a:lnSpc>
                <a:spcPct val="100000"/>
              </a:lnSpc>
              <a:spcBef>
                <a:spcPts val="100"/>
              </a:spcBef>
              <a:defRPr sz="1000"/>
            </a:lvl4pPr>
            <a:lvl5pPr>
              <a:lnSpc>
                <a:spcPct val="100000"/>
              </a:lnSpc>
              <a:spcBef>
                <a:spcPts val="100"/>
              </a:spcBef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5354435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163540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1790700" y="990600"/>
            <a:ext cx="6756400" cy="3683000"/>
          </a:xfrm>
        </p:spPr>
        <p:txBody>
          <a:bodyPr/>
          <a:lstStyle>
            <a:lvl1pPr algn="r">
              <a:buNone/>
              <a:defRPr sz="6000" b="1" baseline="0">
                <a:solidFill>
                  <a:srgbClr val="F79646"/>
                </a:solidFill>
              </a:defRPr>
            </a:lvl1pPr>
          </a:lstStyle>
          <a:p>
            <a:pPr lvl="0"/>
            <a:r>
              <a:rPr lang="en-US" dirty="0"/>
              <a:t>Emphasis Slide</a:t>
            </a:r>
          </a:p>
          <a:p>
            <a:pPr lvl="0"/>
            <a:r>
              <a:rPr lang="en-US" dirty="0"/>
              <a:t>Used for making one important Point</a:t>
            </a:r>
          </a:p>
        </p:txBody>
      </p:sp>
    </p:spTree>
    <p:extLst>
      <p:ext uri="{BB962C8B-B14F-4D97-AF65-F5344CB8AC3E}">
        <p14:creationId xmlns:p14="http://schemas.microsoft.com/office/powerpoint/2010/main" val="380403888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704DA2EC-FE51-234C-8874-87F532D5C722}" type="datetime1">
              <a:rPr lang="en-US" smtClean="0">
                <a:solidFill>
                  <a:srgbClr val="464646"/>
                </a:solidFill>
              </a:rPr>
              <a:pPr/>
              <a:t>4/7/2026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123856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2036BB0B-C07A-EF4C-ADBF-B404E3B41965}" type="datetime1">
              <a:rPr lang="en-US" smtClean="0">
                <a:solidFill>
                  <a:srgbClr val="464646"/>
                </a:solidFill>
              </a:rPr>
              <a:pPr/>
              <a:t>4/7/2026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195225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8600531E-1DA2-B34A-93A6-C570B815175C}" type="datetime1">
              <a:rPr lang="en-US" smtClean="0">
                <a:solidFill>
                  <a:srgbClr val="464646"/>
                </a:solidFill>
              </a:rPr>
              <a:pPr/>
              <a:t>4/7/2026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0537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932E4664-5CFD-1A4D-9B41-76CFD729FE90}" type="datetime1">
              <a:rPr lang="en-US" smtClean="0">
                <a:solidFill>
                  <a:srgbClr val="464646"/>
                </a:solidFill>
              </a:rPr>
              <a:pPr/>
              <a:t>4/7/2026</a:t>
            </a:fld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/>
          <a:lstStyle/>
          <a:p>
            <a:endParaRPr lang="en-US" dirty="0">
              <a:solidFill>
                <a:srgbClr val="464646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/>
          <a:lstStyle/>
          <a:p>
            <a:fld id="{49D7BC1C-BEF1-FE43-BAF8-AEC9A285889D}" type="slidenum">
              <a:rPr lang="en-US" smtClean="0">
                <a:solidFill>
                  <a:srgbClr val="464646"/>
                </a:solidFill>
              </a:rPr>
              <a:pPr/>
              <a:t>‹#›</a:t>
            </a:fld>
            <a:endParaRPr lang="en-US" dirty="0">
              <a:solidFill>
                <a:srgbClr val="4646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507386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 userDrawn="1"/>
        </p:nvSpPr>
        <p:spPr>
          <a:xfrm>
            <a:off x="481903" y="2680109"/>
            <a:ext cx="3859670" cy="806498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lvl1pPr marL="0" algn="l" defTabSz="457200" rtl="0" eaLnBrk="1" latinLnBrk="0" hangingPunct="1">
              <a:spcBef>
                <a:spcPct val="0"/>
              </a:spcBef>
              <a:buNone/>
              <a:defRPr lang="en-US" sz="4400" b="1" kern="1200" baseline="0" dirty="0">
                <a:solidFill>
                  <a:schemeClr val="bg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7813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  <p15:guide id="3" orient="horz" pos="106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32219-5F3D-7F43-849E-768B69F61FFB}" type="datetime1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273062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995" y="1922202"/>
            <a:ext cx="8081453" cy="80072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32219-5F3D-7F43-849E-768B69F61FFB}" type="datetime1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90860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513" y="440330"/>
            <a:ext cx="8107710" cy="800724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995" y="1470362"/>
            <a:ext cx="8105496" cy="4849414"/>
          </a:xfrm>
        </p:spPr>
        <p:txBody>
          <a:bodyPr>
            <a:normAutofit/>
          </a:bodyPr>
          <a:lstStyle>
            <a:lvl1pPr marL="225425" indent="-225425">
              <a:buClr>
                <a:srgbClr val="FFCC66"/>
              </a:buClr>
              <a:buFont typeface="Wingdings" panose="05000000000000000000" pitchFamily="2" charset="2"/>
              <a:buChar char="l"/>
              <a:defRPr sz="1800">
                <a:latin typeface="KoPub돋움체_Pro Bold" panose="02020603020101020101" pitchFamily="18" charset="-127"/>
                <a:ea typeface="KoPub돋움체_Pro Bold" panose="02020603020101020101" pitchFamily="18" charset="-127"/>
              </a:defRPr>
            </a:lvl1pPr>
            <a:lvl2pPr marL="573088" indent="-238125">
              <a:buClr>
                <a:srgbClr val="FFCC66"/>
              </a:buClr>
              <a:buFont typeface="Wingdings" panose="05000000000000000000" pitchFamily="2" charset="2"/>
              <a:buChar char="l"/>
              <a:defRPr sz="16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2pPr>
            <a:lvl3pPr marL="860425" indent="-182563">
              <a:buClr>
                <a:srgbClr val="FFCC66"/>
              </a:buClr>
              <a:buFont typeface="Wingdings" panose="05000000000000000000" pitchFamily="2" charset="2"/>
              <a:buChar char="l"/>
              <a:defRPr sz="14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3pPr>
            <a:lvl4pPr marL="1198563" indent="-225425">
              <a:buClr>
                <a:srgbClr val="FFCC66"/>
              </a:buClr>
              <a:buFont typeface="Wingdings" panose="05000000000000000000" pitchFamily="2" charset="2"/>
              <a:buChar char="l"/>
              <a:defRPr sz="12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4pPr>
            <a:lvl5pPr marL="1544638" indent="-228600">
              <a:buClr>
                <a:srgbClr val="FFCC66"/>
              </a:buClr>
              <a:buFont typeface="Wingdings" panose="05000000000000000000" pitchFamily="2" charset="2"/>
              <a:buChar char="l"/>
              <a:defRPr sz="1200">
                <a:latin typeface="KoPub돋움체_Pro Light" panose="02020603020101020101" pitchFamily="18" charset="-127"/>
                <a:ea typeface="KoPub돋움체_Pro Light" panose="02020603020101020101" pitchFamily="18" charset="-12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62BFA-C828-2446-9B72-82AD7C7C4D28}" type="datetime1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822103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781" y="1188101"/>
            <a:ext cx="8107710" cy="80072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3187" y="2104039"/>
            <a:ext cx="7431304" cy="4215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62BFA-C828-2446-9B72-82AD7C7C4D28}" type="datetime1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64625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53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-1" y="1802513"/>
            <a:ext cx="6063565" cy="1525991"/>
          </a:xfrm>
          <a:prstGeom prst="rect">
            <a:avLst/>
          </a:prstGeom>
          <a:solidFill>
            <a:srgbClr val="686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4237838" y="3041745"/>
            <a:ext cx="4906162" cy="860290"/>
          </a:xfrm>
          <a:prstGeom prst="rect">
            <a:avLst/>
          </a:prstGeom>
          <a:solidFill>
            <a:srgbClr val="BC65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903" y="2007073"/>
            <a:ext cx="5357451" cy="1016006"/>
          </a:xfrm>
        </p:spPr>
        <p:txBody>
          <a:bodyPr anchor="ctr"/>
          <a:lstStyle>
            <a:lvl1pPr algn="ctr">
              <a:defRPr sz="2800" b="0" i="0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29607" y="3051981"/>
            <a:ext cx="3974883" cy="792411"/>
          </a:xfrm>
        </p:spPr>
        <p:txBody>
          <a:bodyPr anchor="ctr"/>
          <a:lstStyle>
            <a:lvl1pPr marL="0" indent="0" algn="l">
              <a:buNone/>
              <a:defRPr sz="1700" b="0" cap="all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4238378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996" y="1052514"/>
            <a:ext cx="3953364" cy="53720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8153" y="1052514"/>
            <a:ext cx="3976008" cy="537205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0C587-CD89-8C40-AE01-36B25C2FD636}" type="datetime1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124757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995" y="983189"/>
            <a:ext cx="3960832" cy="568669"/>
          </a:xfrm>
        </p:spPr>
        <p:txBody>
          <a:bodyPr t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A6A40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8995" y="1562099"/>
            <a:ext cx="3960832" cy="4920071"/>
          </a:xfrm>
        </p:spPr>
        <p:txBody>
          <a:bodyPr/>
          <a:lstStyle>
            <a:lvl1pPr>
              <a:defRPr sz="1600">
                <a:solidFill>
                  <a:srgbClr val="504B4B"/>
                </a:solidFill>
              </a:defRPr>
            </a:lvl1pPr>
            <a:lvl2pPr>
              <a:defRPr sz="1400">
                <a:solidFill>
                  <a:srgbClr val="504B4B"/>
                </a:solidFill>
              </a:defRPr>
            </a:lvl2pPr>
            <a:lvl3pPr>
              <a:defRPr sz="1200">
                <a:solidFill>
                  <a:srgbClr val="504B4B"/>
                </a:solidFill>
              </a:defRPr>
            </a:lvl3pPr>
            <a:lvl4pPr>
              <a:defRPr sz="1100">
                <a:solidFill>
                  <a:srgbClr val="504B4B"/>
                </a:solidFill>
              </a:defRPr>
            </a:lvl4pPr>
            <a:lvl5pPr>
              <a:defRPr sz="1100">
                <a:solidFill>
                  <a:srgbClr val="504B4B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607" y="983189"/>
            <a:ext cx="3976008" cy="568669"/>
          </a:xfrm>
        </p:spPr>
        <p:txBody>
          <a:bodyPr tIns="0"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>
                <a:solidFill>
                  <a:srgbClr val="A6A40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607" y="1562099"/>
            <a:ext cx="3976008" cy="4920071"/>
          </a:xfrm>
        </p:spPr>
        <p:txBody>
          <a:bodyPr/>
          <a:lstStyle>
            <a:lvl1pPr>
              <a:defRPr sz="1600">
                <a:solidFill>
                  <a:srgbClr val="504B4B"/>
                </a:solidFill>
              </a:defRPr>
            </a:lvl1pPr>
            <a:lvl2pPr>
              <a:defRPr sz="1400">
                <a:solidFill>
                  <a:srgbClr val="504B4B"/>
                </a:solidFill>
              </a:defRPr>
            </a:lvl2pPr>
            <a:lvl3pPr>
              <a:defRPr sz="1200">
                <a:solidFill>
                  <a:srgbClr val="504B4B"/>
                </a:solidFill>
              </a:defRPr>
            </a:lvl3pPr>
            <a:lvl4pPr>
              <a:defRPr sz="1100">
                <a:solidFill>
                  <a:srgbClr val="504B4B"/>
                </a:solidFill>
              </a:defRPr>
            </a:lvl4pPr>
            <a:lvl5pPr>
              <a:defRPr sz="1100">
                <a:solidFill>
                  <a:srgbClr val="504B4B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4BB27-D512-944F-BD47-D639527B0043}" type="datetime1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7190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5320890" y="5330091"/>
            <a:ext cx="3606765" cy="1057841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300"/>
            </a:lvl1pPr>
            <a:lvl2pPr>
              <a:lnSpc>
                <a:spcPct val="100000"/>
              </a:lnSpc>
              <a:spcBef>
                <a:spcPts val="30"/>
              </a:spcBef>
              <a:defRPr sz="1200"/>
            </a:lvl2pPr>
            <a:lvl3pPr>
              <a:lnSpc>
                <a:spcPct val="100000"/>
              </a:lnSpc>
              <a:spcBef>
                <a:spcPts val="30"/>
              </a:spcBef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8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4629607" y="4893679"/>
            <a:ext cx="4287895" cy="423749"/>
          </a:xfrm>
        </p:spPr>
        <p:txBody>
          <a:bodyPr tIns="18288" bIns="18288"/>
          <a:lstStyle>
            <a:lvl1pPr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7"/>
          </p:nvPr>
        </p:nvSpPr>
        <p:spPr>
          <a:xfrm>
            <a:off x="1173187" y="1586793"/>
            <a:ext cx="4930054" cy="312578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C7D68E-693D-9C49-A798-620CA0EADA79}" type="datetime1">
              <a:rPr lang="en-US"/>
              <a:pPr>
                <a:defRPr/>
              </a:pPr>
              <a:t>4/7/2026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03CD29-3FF4-6D4C-91CD-B76B0411C46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595561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1830388" y="5078133"/>
            <a:ext cx="5329237" cy="423749"/>
          </a:xfrm>
        </p:spPr>
        <p:txBody>
          <a:bodyPr tIns="18288" bIns="18288"/>
          <a:lstStyle>
            <a:lvl1pPr>
              <a:buNone/>
              <a:defRPr sz="2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1967321" y="5513243"/>
            <a:ext cx="5216365" cy="935037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300">
                <a:solidFill>
                  <a:srgbClr val="373737"/>
                </a:solidFill>
              </a:defRPr>
            </a:lvl1pPr>
            <a:lvl2pPr>
              <a:spcBef>
                <a:spcPts val="200"/>
              </a:spcBef>
              <a:defRPr sz="1200"/>
            </a:lvl2pPr>
            <a:lvl3pPr>
              <a:spcBef>
                <a:spcPts val="100"/>
              </a:spcBef>
              <a:defRPr sz="1200"/>
            </a:lvl3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1868332" y="1553021"/>
            <a:ext cx="5278773" cy="3312262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6E382E-3682-864D-BAAA-426D382364D6}" type="datetime1">
              <a:rPr lang="en-US"/>
              <a:pPr>
                <a:defRPr/>
              </a:pPr>
              <a:t>4/7/2026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0F1395-DF07-7644-8D70-6CD057F6934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318098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/>
          </p:nvPr>
        </p:nvSpPr>
        <p:spPr>
          <a:xfrm>
            <a:off x="2726889" y="1519159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7"/>
          </p:nvPr>
        </p:nvSpPr>
        <p:spPr>
          <a:xfrm>
            <a:off x="2838920" y="1854654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  <a:lvl4pPr>
              <a:defRPr sz="12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984284" y="151915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9" name="Picture Placeholder 16"/>
          <p:cNvSpPr>
            <a:spLocks noGrp="1"/>
          </p:cNvSpPr>
          <p:nvPr>
            <p:ph type="pic" sz="quarter" idx="19"/>
          </p:nvPr>
        </p:nvSpPr>
        <p:spPr>
          <a:xfrm>
            <a:off x="984284" y="311302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10" name="Picture Placeholder 16"/>
          <p:cNvSpPr>
            <a:spLocks noGrp="1"/>
          </p:cNvSpPr>
          <p:nvPr>
            <p:ph type="pic" sz="quarter" idx="20"/>
          </p:nvPr>
        </p:nvSpPr>
        <p:spPr>
          <a:xfrm>
            <a:off x="984284" y="4706897"/>
            <a:ext cx="1530900" cy="1266038"/>
          </a:xfrm>
          <a:effectLst>
            <a:outerShdw blurRad="190500" dist="63500" dir="2700000">
              <a:srgbClr val="000000">
                <a:alpha val="43000"/>
              </a:srgbClr>
            </a:outerShdw>
          </a:effectLst>
        </p:spPr>
        <p:txBody>
          <a:bodyPr rtlCol="0">
            <a:noAutofit/>
          </a:bodyPr>
          <a:lstStyle>
            <a:lvl1pPr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21"/>
          </p:nvPr>
        </p:nvSpPr>
        <p:spPr>
          <a:xfrm>
            <a:off x="2726889" y="3113029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2"/>
          </p:nvPr>
        </p:nvSpPr>
        <p:spPr>
          <a:xfrm>
            <a:off x="2838920" y="3448524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3"/>
            <a:endParaRPr lang="en-US" dirty="0"/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23"/>
          </p:nvPr>
        </p:nvSpPr>
        <p:spPr>
          <a:xfrm>
            <a:off x="2726889" y="4706900"/>
            <a:ext cx="5329237" cy="323753"/>
          </a:xfrm>
        </p:spPr>
        <p:txBody>
          <a:bodyPr tIns="18288" bIns="18288"/>
          <a:lstStyle>
            <a:lvl1pPr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24"/>
          </p:nvPr>
        </p:nvSpPr>
        <p:spPr>
          <a:xfrm>
            <a:off x="2838920" y="5042395"/>
            <a:ext cx="5216365" cy="909716"/>
          </a:xfrm>
        </p:spPr>
        <p:txBody>
          <a:bodyPr/>
          <a:lstStyle>
            <a:lvl1pPr marL="174625" indent="-174625">
              <a:lnSpc>
                <a:spcPct val="100000"/>
              </a:lnSpc>
              <a:spcBef>
                <a:spcPts val="300"/>
              </a:spcBef>
              <a:defRPr sz="1200">
                <a:solidFill>
                  <a:srgbClr val="373737"/>
                </a:solidFill>
              </a:defRPr>
            </a:lvl1pPr>
            <a:lvl2pPr>
              <a:defRPr sz="1100"/>
            </a:lvl2pPr>
            <a:lvl3pPr>
              <a:defRPr sz="11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sp>
        <p:nvSpPr>
          <p:cNvPr id="18" name="Date Placeholder 3"/>
          <p:cNvSpPr>
            <a:spLocks noGrp="1"/>
          </p:cNvSpPr>
          <p:nvPr>
            <p:ph type="dt" sz="half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5F553F-D6CF-024A-83E8-16C5ACBDBF0C}" type="datetime1">
              <a:rPr lang="en-US"/>
              <a:pPr>
                <a:defRPr/>
              </a:pPr>
              <a:t>4/7/2026</a:t>
            </a:fld>
            <a:endParaRPr lang="en-US" dirty="0"/>
          </a:p>
        </p:txBody>
      </p:sp>
      <p:sp>
        <p:nvSpPr>
          <p:cNvPr id="19" name="Footer Placeholder 4"/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4D706A-52FD-E64D-AE1E-7C9D69A6BCF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895305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498996" y="1400681"/>
            <a:ext cx="3266506" cy="5140855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endParaRPr lang="en-US" noProof="0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3944322" y="1271542"/>
            <a:ext cx="4576923" cy="423339"/>
          </a:xfrm>
        </p:spPr>
        <p:txBody>
          <a:bodyPr/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3944322" y="1707014"/>
            <a:ext cx="4576923" cy="4209134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200"/>
              </a:spcBef>
              <a:defRPr sz="1100"/>
            </a:lvl3pPr>
            <a:lvl4pPr>
              <a:lnSpc>
                <a:spcPct val="100000"/>
              </a:lnSpc>
              <a:spcBef>
                <a:spcPts val="100"/>
              </a:spcBef>
              <a:defRPr sz="1050"/>
            </a:lvl4pPr>
            <a:lvl5pPr>
              <a:lnSpc>
                <a:spcPct val="100000"/>
              </a:lnSpc>
              <a:spcBef>
                <a:spcPts val="1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3B569C-1EA5-424B-AEC8-7C697A5412D8}" type="datetime1">
              <a:rPr lang="en-US"/>
              <a:pPr>
                <a:defRPr/>
              </a:pPr>
              <a:t>4/7/2026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21BB04-64BC-524B-8E69-A4BB3B716DB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871453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6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7538" y="748130"/>
            <a:ext cx="4501662" cy="800724"/>
          </a:xfrm>
        </p:spPr>
        <p:txBody>
          <a:bodyPr/>
          <a:lstStyle>
            <a:lvl1pPr>
              <a:defRPr sz="2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95615" y="6547962"/>
            <a:ext cx="1288163" cy="292565"/>
          </a:xfrm>
        </p:spPr>
        <p:txBody>
          <a:bodyPr/>
          <a:lstStyle/>
          <a:p>
            <a:fld id="{7E81C33E-41CC-7144-9EE9-6BB47BFC27EB}" type="datetime1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1923" y="6547962"/>
            <a:ext cx="2086022" cy="2925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95846" y="6547962"/>
            <a:ext cx="890953" cy="292565"/>
          </a:xfrm>
        </p:spPr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4803677" y="1730693"/>
            <a:ext cx="4035523" cy="42333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0" kern="1200" cap="small" dirty="0">
                <a:solidFill>
                  <a:srgbClr val="666666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</a:pPr>
            <a:r>
              <a:rPr lang="en-US" dirty="0"/>
              <a:t>Click to edit Master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865077" y="2139462"/>
            <a:ext cx="3974124" cy="4073769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400"/>
            </a:lvl1pPr>
            <a:lvl2pPr>
              <a:lnSpc>
                <a:spcPct val="100000"/>
              </a:lnSpc>
              <a:spcBef>
                <a:spcPts val="300"/>
              </a:spcBef>
              <a:defRPr sz="1200"/>
            </a:lvl2pPr>
            <a:lvl3pPr>
              <a:lnSpc>
                <a:spcPct val="100000"/>
              </a:lnSpc>
              <a:spcBef>
                <a:spcPts val="200"/>
              </a:spcBef>
              <a:defRPr sz="1100"/>
            </a:lvl3pPr>
            <a:lvl4pPr>
              <a:lnSpc>
                <a:spcPct val="100000"/>
              </a:lnSpc>
              <a:spcBef>
                <a:spcPts val="100"/>
              </a:spcBef>
              <a:defRPr sz="1050"/>
            </a:lvl4pPr>
            <a:lvl5pPr>
              <a:lnSpc>
                <a:spcPct val="100000"/>
              </a:lnSpc>
              <a:spcBef>
                <a:spcPts val="10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1934308" y="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0" y="2286001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3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1934308" y="2286001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0" y="457200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1934308" y="4572000"/>
            <a:ext cx="1938527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89335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Wash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orld-map_wash2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368425"/>
            <a:ext cx="9144000" cy="446393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EBC88-5945-6548-81AC-D1E801230918}" type="datetime1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1022828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Washout Map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world-map_wash2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368425"/>
            <a:ext cx="9144000" cy="446532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51942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7FCC0-BCF1-7F40-94F0-C8B3ACD33893}" type="datetime1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5644260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Bold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orld-map_100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1004888"/>
            <a:ext cx="9144000" cy="4463935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A98B9-3ABE-A242-9F6B-DA9BAB124A35}" type="datetime1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783013"/>
            <a:ext cx="9144000" cy="1571625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FFFF"/>
              </a:solidFill>
              <a:latin typeface="Verdana"/>
              <a:cs typeface="Verdana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7744"/>
            <a:ext cx="9144000" cy="825867"/>
          </a:xfrm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2769613095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12 and Statement 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6"/>
          <p:cNvSpPr>
            <a:spLocks noGrp="1"/>
          </p:cNvSpPr>
          <p:nvPr>
            <p:ph type="pic" sz="quarter" idx="17"/>
          </p:nvPr>
        </p:nvSpPr>
        <p:spPr>
          <a:xfrm>
            <a:off x="-1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2" name="Picture Placeholder 6"/>
          <p:cNvSpPr>
            <a:spLocks noGrp="1"/>
          </p:cNvSpPr>
          <p:nvPr>
            <p:ph type="pic" sz="quarter" idx="18"/>
          </p:nvPr>
        </p:nvSpPr>
        <p:spPr>
          <a:xfrm>
            <a:off x="2285999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4" name="Picture Placeholder 6"/>
          <p:cNvSpPr>
            <a:spLocks noGrp="1"/>
          </p:cNvSpPr>
          <p:nvPr>
            <p:ph type="pic" sz="quarter" idx="19"/>
          </p:nvPr>
        </p:nvSpPr>
        <p:spPr>
          <a:xfrm>
            <a:off x="-1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5" name="Picture Placeholder 6"/>
          <p:cNvSpPr>
            <a:spLocks noGrp="1"/>
          </p:cNvSpPr>
          <p:nvPr>
            <p:ph type="pic" sz="quarter" idx="20"/>
          </p:nvPr>
        </p:nvSpPr>
        <p:spPr>
          <a:xfrm>
            <a:off x="2285999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8" name="Picture Placeholder 6"/>
          <p:cNvSpPr>
            <a:spLocks noGrp="1"/>
          </p:cNvSpPr>
          <p:nvPr>
            <p:ph type="pic" sz="quarter" idx="23"/>
          </p:nvPr>
        </p:nvSpPr>
        <p:spPr>
          <a:xfrm>
            <a:off x="4571999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9" name="Picture Placeholder 6"/>
          <p:cNvSpPr>
            <a:spLocks noGrp="1"/>
          </p:cNvSpPr>
          <p:nvPr>
            <p:ph type="pic" sz="quarter" idx="24"/>
          </p:nvPr>
        </p:nvSpPr>
        <p:spPr>
          <a:xfrm>
            <a:off x="6858000" y="2286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0" name="Picture Placeholder 6"/>
          <p:cNvSpPr>
            <a:spLocks noGrp="1"/>
          </p:cNvSpPr>
          <p:nvPr>
            <p:ph type="pic" sz="quarter" idx="25"/>
          </p:nvPr>
        </p:nvSpPr>
        <p:spPr>
          <a:xfrm>
            <a:off x="4571999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1" name="Picture Placeholder 6"/>
          <p:cNvSpPr>
            <a:spLocks noGrp="1"/>
          </p:cNvSpPr>
          <p:nvPr>
            <p:ph type="pic" sz="quarter" idx="26"/>
          </p:nvPr>
        </p:nvSpPr>
        <p:spPr>
          <a:xfrm>
            <a:off x="6858000" y="457200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25" name="Text Placeholder 12"/>
          <p:cNvSpPr>
            <a:spLocks noGrp="1"/>
          </p:cNvSpPr>
          <p:nvPr>
            <p:ph type="body" sz="quarter" idx="28" hasCustomPrompt="1"/>
          </p:nvPr>
        </p:nvSpPr>
        <p:spPr>
          <a:xfrm>
            <a:off x="0" y="3783013"/>
            <a:ext cx="9144000" cy="1572768"/>
          </a:xfr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marL="0" indent="0" algn="ctr" defTabSz="457200" rtl="0" eaLnBrk="1" latinLnBrk="0" hangingPunct="1">
              <a:buNone/>
              <a:defRPr lang="en-US" sz="1600" kern="1200" dirty="0">
                <a:solidFill>
                  <a:srgbClr val="666666"/>
                </a:solidFill>
                <a:latin typeface="Verdana"/>
                <a:ea typeface="+mn-ea"/>
                <a:cs typeface="Verdana"/>
              </a:defRPr>
            </a:lvl1pPr>
          </a:lstStyle>
          <a:p>
            <a:pPr marL="0" lvl="0" indent="-225425" algn="ctr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Char char="•"/>
            </a:pPr>
            <a:r>
              <a:rPr lang="en-US" dirty="0"/>
              <a:t>Statement here</a:t>
            </a:r>
          </a:p>
        </p:txBody>
      </p:sp>
      <p:sp>
        <p:nvSpPr>
          <p:cNvPr id="8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-1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2285999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21"/>
          </p:nvPr>
        </p:nvSpPr>
        <p:spPr>
          <a:xfrm>
            <a:off x="4571999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17" name="Picture Placeholder 6"/>
          <p:cNvSpPr>
            <a:spLocks noGrp="1"/>
          </p:cNvSpPr>
          <p:nvPr>
            <p:ph type="pic" sz="quarter" idx="22"/>
          </p:nvPr>
        </p:nvSpPr>
        <p:spPr>
          <a:xfrm>
            <a:off x="6858000" y="0"/>
            <a:ext cx="2286000" cy="2286000"/>
          </a:xfrm>
          <a:ln>
            <a:noFill/>
          </a:ln>
          <a:effectLst/>
        </p:spPr>
        <p:txBody>
          <a:bodyPr vert="horz" lIns="91440" tIns="45720" rIns="91440" bIns="45720" rtlCol="0">
            <a:noAutofit/>
          </a:bodyPr>
          <a:lstStyle>
            <a:lvl1pPr marL="225425" indent="-225425" algn="l" defTabSz="457200" rtl="0" eaLnBrk="1" latinLnBrk="0" hangingPunct="1">
              <a:lnSpc>
                <a:spcPct val="110000"/>
              </a:lnSpc>
              <a:spcBef>
                <a:spcPts val="600"/>
              </a:spcBef>
              <a:buFont typeface="Arial"/>
              <a:buNone/>
              <a:defRPr lang="en-US" sz="1800" kern="1200" dirty="0">
                <a:solidFill>
                  <a:srgbClr val="373737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305156-B5F0-8F44-9B3B-B829BD25E71A}" type="datetime1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6524"/>
            <a:ext cx="9144000" cy="825867"/>
          </a:xfrm>
          <a:ln>
            <a:noFill/>
          </a:ln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1191943435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be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merica-globe_shadow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429014" y="203200"/>
            <a:ext cx="6640871" cy="6664960"/>
          </a:xfrm>
          <a:prstGeom prst="rect">
            <a:avLst/>
          </a:prstGeo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B5F46-2B7F-5B4D-AD94-C45166DC40CF}" type="datetime1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783013"/>
            <a:ext cx="9144000" cy="1571625"/>
          </a:xfrm>
          <a:prstGeom prst="rect">
            <a:avLst/>
          </a:prstGeom>
          <a:solidFill>
            <a:srgbClr val="00000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rgbClr val="FFFFFF"/>
              </a:solidFill>
              <a:latin typeface="Verdana"/>
              <a:cs typeface="Verdana"/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" y="4127744"/>
            <a:ext cx="9144000" cy="825867"/>
          </a:xfrm>
        </p:spPr>
        <p:txBody>
          <a:bodyPr wrap="square" anchor="ctr" anchorCtr="0">
            <a:noAutofit/>
          </a:bodyPr>
          <a:lstStyle>
            <a:lvl1pPr marL="0" indent="0" algn="ctr" defTabSz="457200" rtl="0" eaLnBrk="1" latinLnBrk="0" hangingPunct="1">
              <a:buNone/>
              <a:defRPr lang="en-US" sz="4400" b="1" kern="1200" cap="all" dirty="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lvl="0"/>
            <a:r>
              <a:rPr lang="en-US" dirty="0"/>
              <a:t>Statement here</a:t>
            </a:r>
          </a:p>
        </p:txBody>
      </p:sp>
    </p:spTree>
    <p:extLst>
      <p:ext uri="{BB962C8B-B14F-4D97-AF65-F5344CB8AC3E}">
        <p14:creationId xmlns:p14="http://schemas.microsoft.com/office/powerpoint/2010/main" val="2619201980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ob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merica-globe_shadow_small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82880" y="332740"/>
            <a:ext cx="5059680" cy="508076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7769" y="3884054"/>
            <a:ext cx="4166148" cy="800724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995615" y="6547962"/>
            <a:ext cx="1288163" cy="292565"/>
          </a:xfrm>
        </p:spPr>
        <p:txBody>
          <a:bodyPr/>
          <a:lstStyle/>
          <a:p>
            <a:fld id="{6E7C3E9F-FCDE-664F-9336-1ABBAA0EA927}" type="datetime1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421923" y="6547962"/>
            <a:ext cx="2086022" cy="2925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795846" y="6547962"/>
            <a:ext cx="890953" cy="292565"/>
          </a:xfrm>
        </p:spPr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4708768" y="4699000"/>
            <a:ext cx="4112847" cy="1807308"/>
          </a:xfrm>
        </p:spPr>
        <p:txBody>
          <a:bodyPr/>
          <a:lstStyle>
            <a:lvl1pPr>
              <a:lnSpc>
                <a:spcPct val="100000"/>
              </a:lnSpc>
              <a:spcBef>
                <a:spcPts val="400"/>
              </a:spcBef>
              <a:defRPr sz="1200"/>
            </a:lvl1pPr>
            <a:lvl2pPr>
              <a:lnSpc>
                <a:spcPct val="100000"/>
              </a:lnSpc>
              <a:spcBef>
                <a:spcPts val="300"/>
              </a:spcBef>
              <a:defRPr sz="1100"/>
            </a:lvl2pPr>
            <a:lvl3pPr>
              <a:lnSpc>
                <a:spcPct val="100000"/>
              </a:lnSpc>
              <a:spcBef>
                <a:spcPts val="200"/>
              </a:spcBef>
              <a:defRPr sz="1050"/>
            </a:lvl3pPr>
            <a:lvl4pPr>
              <a:lnSpc>
                <a:spcPct val="100000"/>
              </a:lnSpc>
              <a:spcBef>
                <a:spcPts val="100"/>
              </a:spcBef>
              <a:defRPr sz="1000"/>
            </a:lvl4pPr>
            <a:lvl5pPr>
              <a:lnSpc>
                <a:spcPct val="100000"/>
              </a:lnSpc>
              <a:spcBef>
                <a:spcPts val="100"/>
              </a:spcBef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04553161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071523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1790700" y="990600"/>
            <a:ext cx="6756400" cy="3683000"/>
          </a:xfrm>
        </p:spPr>
        <p:txBody>
          <a:bodyPr/>
          <a:lstStyle>
            <a:lvl1pPr algn="r">
              <a:buNone/>
              <a:defRPr sz="6000" b="1" baseline="0">
                <a:solidFill>
                  <a:srgbClr val="F79646"/>
                </a:solidFill>
              </a:defRPr>
            </a:lvl1pPr>
          </a:lstStyle>
          <a:p>
            <a:pPr lvl="0"/>
            <a:r>
              <a:rPr lang="en-US" dirty="0"/>
              <a:t>Emphasis Slide</a:t>
            </a:r>
          </a:p>
          <a:p>
            <a:pPr lvl="0"/>
            <a:r>
              <a:rPr lang="en-US" dirty="0"/>
              <a:t>Used for making one important Point</a:t>
            </a:r>
          </a:p>
        </p:txBody>
      </p:sp>
    </p:spTree>
    <p:extLst>
      <p:ext uri="{BB962C8B-B14F-4D97-AF65-F5344CB8AC3E}">
        <p14:creationId xmlns:p14="http://schemas.microsoft.com/office/powerpoint/2010/main" val="4080755432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DA2EC-FE51-234C-8874-87F532D5C722}" type="datetime1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1496945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36BB0B-C07A-EF4C-ADBF-B404E3B41965}" type="datetime1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5060146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0531E-1DA2-B34A-93A6-C570B815175C}" type="datetime1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473449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E4664-5CFD-1A4D-9B41-76CFD729FE90}" type="datetime1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3609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18" Type="http://schemas.openxmlformats.org/officeDocument/2006/relationships/slideLayout" Target="../slideLayouts/slideLayout43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28.xml"/><Relationship Id="rId21" Type="http://schemas.openxmlformats.org/officeDocument/2006/relationships/slideLayout" Target="../slideLayouts/slideLayout46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17" Type="http://schemas.openxmlformats.org/officeDocument/2006/relationships/slideLayout" Target="../slideLayouts/slideLayout42.xml"/><Relationship Id="rId25" Type="http://schemas.openxmlformats.org/officeDocument/2006/relationships/slideLayout" Target="../slideLayouts/slideLayout50.xml"/><Relationship Id="rId2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41.xml"/><Relationship Id="rId20" Type="http://schemas.openxmlformats.org/officeDocument/2006/relationships/slideLayout" Target="../slideLayouts/slideLayout45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24" Type="http://schemas.openxmlformats.org/officeDocument/2006/relationships/slideLayout" Target="../slideLayouts/slideLayout49.xml"/><Relationship Id="rId5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40.xml"/><Relationship Id="rId23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35.xml"/><Relationship Id="rId19" Type="http://schemas.openxmlformats.org/officeDocument/2006/relationships/slideLayout" Target="../slideLayouts/slideLayout44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Relationship Id="rId22" Type="http://schemas.openxmlformats.org/officeDocument/2006/relationships/slideLayout" Target="../slideLayouts/slideLayout47.xml"/><Relationship Id="rId27" Type="http://schemas.openxmlformats.org/officeDocument/2006/relationships/image" Target="../media/image1.jp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.xml"/><Relationship Id="rId13" Type="http://schemas.openxmlformats.org/officeDocument/2006/relationships/slideLayout" Target="../slideLayouts/slideLayout63.xml"/><Relationship Id="rId18" Type="http://schemas.openxmlformats.org/officeDocument/2006/relationships/slideLayout" Target="../slideLayouts/slideLayout68.xml"/><Relationship Id="rId26" Type="http://schemas.openxmlformats.org/officeDocument/2006/relationships/theme" Target="../theme/theme3.xml"/><Relationship Id="rId3" Type="http://schemas.openxmlformats.org/officeDocument/2006/relationships/slideLayout" Target="../slideLayouts/slideLayout53.xml"/><Relationship Id="rId21" Type="http://schemas.openxmlformats.org/officeDocument/2006/relationships/slideLayout" Target="../slideLayouts/slideLayout71.xml"/><Relationship Id="rId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62.xml"/><Relationship Id="rId17" Type="http://schemas.openxmlformats.org/officeDocument/2006/relationships/slideLayout" Target="../slideLayouts/slideLayout67.xml"/><Relationship Id="rId25" Type="http://schemas.openxmlformats.org/officeDocument/2006/relationships/slideLayout" Target="../slideLayouts/slideLayout75.xml"/><Relationship Id="rId2" Type="http://schemas.openxmlformats.org/officeDocument/2006/relationships/slideLayout" Target="../slideLayouts/slideLayout52.xml"/><Relationship Id="rId16" Type="http://schemas.openxmlformats.org/officeDocument/2006/relationships/slideLayout" Target="../slideLayouts/slideLayout66.xml"/><Relationship Id="rId20" Type="http://schemas.openxmlformats.org/officeDocument/2006/relationships/slideLayout" Target="../slideLayouts/slideLayout70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61.xml"/><Relationship Id="rId24" Type="http://schemas.openxmlformats.org/officeDocument/2006/relationships/slideLayout" Target="../slideLayouts/slideLayout74.xml"/><Relationship Id="rId5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65.xml"/><Relationship Id="rId23" Type="http://schemas.openxmlformats.org/officeDocument/2006/relationships/slideLayout" Target="../slideLayouts/slideLayout73.xml"/><Relationship Id="rId10" Type="http://schemas.openxmlformats.org/officeDocument/2006/relationships/slideLayout" Target="../slideLayouts/slideLayout60.xml"/><Relationship Id="rId19" Type="http://schemas.openxmlformats.org/officeDocument/2006/relationships/slideLayout" Target="../slideLayouts/slideLayout69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64.xml"/><Relationship Id="rId22" Type="http://schemas.openxmlformats.org/officeDocument/2006/relationships/slideLayout" Target="../slideLayouts/slideLayout72.xml"/><Relationship Id="rId27" Type="http://schemas.openxmlformats.org/officeDocument/2006/relationships/image" Target="../media/image7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4258" y="375829"/>
            <a:ext cx="8107710" cy="80072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995" y="1355148"/>
            <a:ext cx="8106620" cy="49646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4"/>
                </a:solidFill>
              </a:defRPr>
            </a:lvl1pPr>
          </a:lstStyle>
          <a:p>
            <a:fld id="{64F5F5AC-42C6-7943-932B-3849F0E3EB5C}" type="datetime1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accent4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4"/>
                </a:solidFill>
              </a:defRPr>
            </a:lvl1pPr>
          </a:lstStyle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9427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200" b="0" kern="1200">
          <a:solidFill>
            <a:schemeClr val="tx1"/>
          </a:solidFill>
          <a:latin typeface="KoPub돋움체_Pro Bold" panose="02020603020101020101" pitchFamily="18" charset="-127"/>
          <a:ea typeface="KoPub돋움체_Pro Bold" panose="02020603020101020101" pitchFamily="18" charset="-127"/>
          <a:cs typeface="+mj-cs"/>
        </a:defRPr>
      </a:lvl1pPr>
    </p:titleStyle>
    <p:bodyStyle>
      <a:lvl1pPr marL="225425" indent="-225425" algn="l" defTabSz="457200" rtl="0" eaLnBrk="1" latinLnBrk="0" hangingPunct="1">
        <a:lnSpc>
          <a:spcPct val="110000"/>
        </a:lnSpc>
        <a:spcBef>
          <a:spcPts val="600"/>
        </a:spcBef>
        <a:buClr>
          <a:srgbClr val="E0AC00"/>
        </a:buClr>
        <a:buFont typeface="Wingdings" panose="05000000000000000000" pitchFamily="2" charset="2"/>
        <a:buChar char="l"/>
        <a:defRPr sz="1800" kern="1200">
          <a:solidFill>
            <a:srgbClr val="504B4B"/>
          </a:solidFill>
          <a:latin typeface="KoPub돋움체_Pro Bold" panose="02020603020101020101" pitchFamily="18" charset="-127"/>
          <a:ea typeface="KoPub돋움체_Pro Bold" panose="02020603020101020101" pitchFamily="18" charset="-127"/>
          <a:cs typeface="+mn-cs"/>
        </a:defRPr>
      </a:lvl1pPr>
      <a:lvl2pPr marL="573088" indent="-238125" algn="l" defTabSz="457200" rtl="0" eaLnBrk="1" latinLnBrk="0" hangingPunct="1">
        <a:lnSpc>
          <a:spcPct val="110000"/>
        </a:lnSpc>
        <a:spcBef>
          <a:spcPts val="500"/>
        </a:spcBef>
        <a:buClr>
          <a:srgbClr val="E0AC00"/>
        </a:buClr>
        <a:buFont typeface="Wingdings" panose="05000000000000000000" pitchFamily="2" charset="2"/>
        <a:buChar char="l"/>
        <a:defRPr sz="16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2pPr>
      <a:lvl3pPr marL="860425" indent="-182563" algn="l" defTabSz="457200" rtl="0" eaLnBrk="1" latinLnBrk="0" hangingPunct="1">
        <a:lnSpc>
          <a:spcPct val="110000"/>
        </a:lnSpc>
        <a:spcBef>
          <a:spcPts val="300"/>
        </a:spcBef>
        <a:buClr>
          <a:srgbClr val="E0AC00"/>
        </a:buClr>
        <a:buFont typeface="Wingdings" panose="05000000000000000000" pitchFamily="2" charset="2"/>
        <a:buChar char="l"/>
        <a:defRPr sz="14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3pPr>
      <a:lvl4pPr marL="1198563" indent="-225425" algn="l" defTabSz="457200" rtl="0" eaLnBrk="1" latinLnBrk="0" hangingPunct="1">
        <a:lnSpc>
          <a:spcPct val="110000"/>
        </a:lnSpc>
        <a:spcBef>
          <a:spcPts val="100"/>
        </a:spcBef>
        <a:buClr>
          <a:srgbClr val="E0AC00"/>
        </a:buClr>
        <a:buFont typeface="Wingdings" panose="05000000000000000000" pitchFamily="2" charset="2"/>
        <a:buChar char="l"/>
        <a:defRPr sz="12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4pPr>
      <a:lvl5pPr marL="1544638" indent="-228600" algn="l" defTabSz="457200" rtl="0" eaLnBrk="1" latinLnBrk="0" hangingPunct="1">
        <a:lnSpc>
          <a:spcPct val="110000"/>
        </a:lnSpc>
        <a:spcBef>
          <a:spcPts val="0"/>
        </a:spcBef>
        <a:buClr>
          <a:srgbClr val="E0AC00"/>
        </a:buClr>
        <a:buFont typeface="Wingdings" panose="05000000000000000000" pitchFamily="2" charset="2"/>
        <a:buChar char="l"/>
        <a:defRPr sz="12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4258" y="375829"/>
            <a:ext cx="8107710" cy="80072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995" y="1355148"/>
            <a:ext cx="8106620" cy="49646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91071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703" r:id="rId17"/>
    <p:sldLayoutId id="2147483704" r:id="rId18"/>
    <p:sldLayoutId id="2147483705" r:id="rId19"/>
    <p:sldLayoutId id="2147483706" r:id="rId20"/>
    <p:sldLayoutId id="2147483707" r:id="rId21"/>
    <p:sldLayoutId id="2147483708" r:id="rId22"/>
    <p:sldLayoutId id="2147483709" r:id="rId23"/>
    <p:sldLayoutId id="2147483710" r:id="rId24"/>
    <p:sldLayoutId id="2147483711" r:id="rId25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200" b="0" kern="1200">
          <a:solidFill>
            <a:schemeClr val="tx1">
              <a:lumMod val="50000"/>
            </a:schemeClr>
          </a:solidFill>
          <a:latin typeface="+mj-ea"/>
          <a:ea typeface="+mj-ea"/>
          <a:cs typeface="+mj-cs"/>
        </a:defRPr>
      </a:lvl1pPr>
    </p:titleStyle>
    <p:bodyStyle>
      <a:lvl1pPr marL="225425" indent="-225425" algn="l" defTabSz="457200" rtl="0" eaLnBrk="1" latinLnBrk="0" hangingPunct="1">
        <a:lnSpc>
          <a:spcPct val="110000"/>
        </a:lnSpc>
        <a:spcBef>
          <a:spcPts val="600"/>
        </a:spcBef>
        <a:buClr>
          <a:srgbClr val="E0AC00"/>
        </a:buClr>
        <a:buFont typeface="Wingdings" panose="05000000000000000000" pitchFamily="2" charset="2"/>
        <a:buChar char="l"/>
        <a:defRPr sz="1800" kern="1200">
          <a:solidFill>
            <a:srgbClr val="504B4B"/>
          </a:solidFill>
          <a:latin typeface="+mn-ea"/>
          <a:ea typeface="+mn-ea"/>
          <a:cs typeface="+mn-cs"/>
        </a:defRPr>
      </a:lvl1pPr>
      <a:lvl2pPr marL="573088" indent="-238125" algn="l" defTabSz="457200" rtl="0" eaLnBrk="1" latinLnBrk="0" hangingPunct="1">
        <a:lnSpc>
          <a:spcPct val="110000"/>
        </a:lnSpc>
        <a:spcBef>
          <a:spcPts val="500"/>
        </a:spcBef>
        <a:buClr>
          <a:srgbClr val="E0AC00"/>
        </a:buClr>
        <a:buFont typeface="Wingdings" panose="05000000000000000000" pitchFamily="2" charset="2"/>
        <a:buChar char="l"/>
        <a:defRPr sz="1600" kern="1200">
          <a:solidFill>
            <a:srgbClr val="504B4B"/>
          </a:solidFill>
          <a:latin typeface="+mn-ea"/>
          <a:ea typeface="+mn-ea"/>
          <a:cs typeface="+mn-cs"/>
        </a:defRPr>
      </a:lvl2pPr>
      <a:lvl3pPr marL="860425" indent="-182563" algn="l" defTabSz="457200" rtl="0" eaLnBrk="1" latinLnBrk="0" hangingPunct="1">
        <a:lnSpc>
          <a:spcPct val="110000"/>
        </a:lnSpc>
        <a:spcBef>
          <a:spcPts val="300"/>
        </a:spcBef>
        <a:buClr>
          <a:srgbClr val="E0AC00"/>
        </a:buClr>
        <a:buFont typeface="Wingdings" panose="05000000000000000000" pitchFamily="2" charset="2"/>
        <a:buChar char="l"/>
        <a:defRPr sz="1400" kern="1200">
          <a:solidFill>
            <a:srgbClr val="504B4B"/>
          </a:solidFill>
          <a:latin typeface="+mn-ea"/>
          <a:ea typeface="+mn-ea"/>
          <a:cs typeface="+mn-cs"/>
        </a:defRPr>
      </a:lvl3pPr>
      <a:lvl4pPr marL="1198563" indent="-225425" algn="l" defTabSz="457200" rtl="0" eaLnBrk="1" latinLnBrk="0" hangingPunct="1">
        <a:lnSpc>
          <a:spcPct val="110000"/>
        </a:lnSpc>
        <a:spcBef>
          <a:spcPts val="100"/>
        </a:spcBef>
        <a:buClr>
          <a:srgbClr val="E0AC00"/>
        </a:buClr>
        <a:buFont typeface="Wingdings" panose="05000000000000000000" pitchFamily="2" charset="2"/>
        <a:buChar char="l"/>
        <a:defRPr sz="1200" kern="1200">
          <a:solidFill>
            <a:srgbClr val="504B4B"/>
          </a:solidFill>
          <a:latin typeface="+mn-ea"/>
          <a:ea typeface="+mn-ea"/>
          <a:cs typeface="+mn-cs"/>
        </a:defRPr>
      </a:lvl4pPr>
      <a:lvl5pPr marL="1544638" indent="-228600" algn="l" defTabSz="457200" rtl="0" eaLnBrk="1" latinLnBrk="0" hangingPunct="1">
        <a:lnSpc>
          <a:spcPct val="110000"/>
        </a:lnSpc>
        <a:spcBef>
          <a:spcPts val="0"/>
        </a:spcBef>
        <a:buClr>
          <a:srgbClr val="E0AC00"/>
        </a:buClr>
        <a:buFont typeface="Wingdings" panose="05000000000000000000" pitchFamily="2" charset="2"/>
        <a:buChar char="l"/>
        <a:defRPr sz="1200" kern="1200">
          <a:solidFill>
            <a:srgbClr val="504B4B"/>
          </a:solidFill>
          <a:latin typeface="+mn-ea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4258" y="375829"/>
            <a:ext cx="8107710" cy="800724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995" y="1355148"/>
            <a:ext cx="8106620" cy="49646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547962"/>
            <a:ext cx="2133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4"/>
                </a:solidFill>
              </a:defRPr>
            </a:lvl1pPr>
          </a:lstStyle>
          <a:p>
            <a:fld id="{64F5F5AC-42C6-7943-932B-3849F0E3EB5C}" type="datetime1">
              <a:rPr lang="en-US" smtClean="0"/>
              <a:pPr/>
              <a:t>4/7/2026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547962"/>
            <a:ext cx="2895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accent4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547962"/>
            <a:ext cx="2133600" cy="2925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4"/>
                </a:solidFill>
              </a:defRPr>
            </a:lvl1pPr>
          </a:lstStyle>
          <a:p>
            <a:fld id="{49D7BC1C-BEF1-FE43-BAF8-AEC9A28588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2632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  <p:sldLayoutId id="2147483726" r:id="rId14"/>
    <p:sldLayoutId id="2147483727" r:id="rId15"/>
    <p:sldLayoutId id="2147483728" r:id="rId16"/>
    <p:sldLayoutId id="2147483729" r:id="rId17"/>
    <p:sldLayoutId id="2147483730" r:id="rId18"/>
    <p:sldLayoutId id="2147483731" r:id="rId19"/>
    <p:sldLayoutId id="2147483732" r:id="rId20"/>
    <p:sldLayoutId id="2147483733" r:id="rId21"/>
    <p:sldLayoutId id="2147483734" r:id="rId22"/>
    <p:sldLayoutId id="2147483735" r:id="rId23"/>
    <p:sldLayoutId id="2147483736" r:id="rId24"/>
    <p:sldLayoutId id="2147483737" r:id="rId25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200" b="0" kern="1200">
          <a:solidFill>
            <a:schemeClr val="tx1"/>
          </a:solidFill>
          <a:latin typeface="KoPub돋움체_Pro Bold" panose="02020603020101020101" pitchFamily="18" charset="-127"/>
          <a:ea typeface="KoPub돋움체_Pro Bold" panose="02020603020101020101" pitchFamily="18" charset="-127"/>
          <a:cs typeface="+mj-cs"/>
        </a:defRPr>
      </a:lvl1pPr>
    </p:titleStyle>
    <p:bodyStyle>
      <a:lvl1pPr marL="225425" indent="-225425" algn="l" defTabSz="457200" rtl="0" eaLnBrk="1" latinLnBrk="0" hangingPunct="1">
        <a:lnSpc>
          <a:spcPct val="110000"/>
        </a:lnSpc>
        <a:spcBef>
          <a:spcPts val="600"/>
        </a:spcBef>
        <a:buClr>
          <a:srgbClr val="E0AC00"/>
        </a:buClr>
        <a:buFont typeface="Wingdings" panose="05000000000000000000" pitchFamily="2" charset="2"/>
        <a:buChar char="l"/>
        <a:defRPr sz="1800" kern="1200">
          <a:solidFill>
            <a:srgbClr val="504B4B"/>
          </a:solidFill>
          <a:latin typeface="KoPub돋움체_Pro Bold" panose="02020603020101020101" pitchFamily="18" charset="-127"/>
          <a:ea typeface="KoPub돋움체_Pro Bold" panose="02020603020101020101" pitchFamily="18" charset="-127"/>
          <a:cs typeface="+mn-cs"/>
        </a:defRPr>
      </a:lvl1pPr>
      <a:lvl2pPr marL="573088" indent="-238125" algn="l" defTabSz="457200" rtl="0" eaLnBrk="1" latinLnBrk="0" hangingPunct="1">
        <a:lnSpc>
          <a:spcPct val="110000"/>
        </a:lnSpc>
        <a:spcBef>
          <a:spcPts val="500"/>
        </a:spcBef>
        <a:buClr>
          <a:srgbClr val="E0AC00"/>
        </a:buClr>
        <a:buFont typeface="Wingdings" panose="05000000000000000000" pitchFamily="2" charset="2"/>
        <a:buChar char="l"/>
        <a:defRPr sz="16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2pPr>
      <a:lvl3pPr marL="860425" indent="-182563" algn="l" defTabSz="457200" rtl="0" eaLnBrk="1" latinLnBrk="0" hangingPunct="1">
        <a:lnSpc>
          <a:spcPct val="110000"/>
        </a:lnSpc>
        <a:spcBef>
          <a:spcPts val="300"/>
        </a:spcBef>
        <a:buClr>
          <a:srgbClr val="E0AC00"/>
        </a:buClr>
        <a:buFont typeface="Wingdings" panose="05000000000000000000" pitchFamily="2" charset="2"/>
        <a:buChar char="l"/>
        <a:defRPr sz="14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3pPr>
      <a:lvl4pPr marL="1198563" indent="-225425" algn="l" defTabSz="457200" rtl="0" eaLnBrk="1" latinLnBrk="0" hangingPunct="1">
        <a:lnSpc>
          <a:spcPct val="110000"/>
        </a:lnSpc>
        <a:spcBef>
          <a:spcPts val="100"/>
        </a:spcBef>
        <a:buClr>
          <a:srgbClr val="E0AC00"/>
        </a:buClr>
        <a:buFont typeface="Wingdings" panose="05000000000000000000" pitchFamily="2" charset="2"/>
        <a:buChar char="l"/>
        <a:defRPr sz="12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4pPr>
      <a:lvl5pPr marL="1544638" indent="-228600" algn="l" defTabSz="457200" rtl="0" eaLnBrk="1" latinLnBrk="0" hangingPunct="1">
        <a:lnSpc>
          <a:spcPct val="110000"/>
        </a:lnSpc>
        <a:spcBef>
          <a:spcPts val="0"/>
        </a:spcBef>
        <a:buClr>
          <a:srgbClr val="E0AC00"/>
        </a:buClr>
        <a:buFont typeface="Wingdings" panose="05000000000000000000" pitchFamily="2" charset="2"/>
        <a:buChar char="l"/>
        <a:defRPr sz="1200" kern="1200">
          <a:solidFill>
            <a:srgbClr val="504B4B"/>
          </a:solidFill>
          <a:latin typeface="KoPub돋움체_Pro Light" panose="02020603020101020101" pitchFamily="18" charset="-127"/>
          <a:ea typeface="KoPub돋움체_Pro Light" panose="02020603020101020101" pitchFamily="18" charset="-127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9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9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2224864"/>
            <a:ext cx="9144000" cy="189542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lvl1pPr marL="0" algn="l" defTabSz="457200" rtl="0" eaLnBrk="1" latinLnBrk="0" hangingPunct="1">
              <a:spcBef>
                <a:spcPct val="0"/>
              </a:spcBef>
              <a:buNone/>
              <a:defRPr lang="en-US" sz="4400" b="1" kern="1200" baseline="0" dirty="0">
                <a:solidFill>
                  <a:schemeClr val="bg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defRPr>
            </a:lvl1pPr>
          </a:lstStyle>
          <a:p>
            <a:pPr algn="ctr"/>
            <a:r>
              <a:rPr lang="ko-KR" altLang="en-US" sz="5400" dirty="0">
                <a:solidFill>
                  <a:srgbClr val="E06361"/>
                </a:solidFill>
              </a:rPr>
              <a:t>여섯째마당</a:t>
            </a:r>
            <a:endParaRPr lang="en-US" altLang="ko-KR" sz="5400" dirty="0">
              <a:solidFill>
                <a:srgbClr val="E06361"/>
              </a:solidFill>
            </a:endParaRPr>
          </a:p>
          <a:p>
            <a:pPr algn="ctr"/>
            <a:r>
              <a:rPr lang="ko-KR" altLang="en-US" sz="5400" dirty="0" err="1">
                <a:solidFill>
                  <a:schemeClr val="tx2"/>
                </a:solidFill>
              </a:rPr>
              <a:t>챗</a:t>
            </a:r>
            <a:r>
              <a:rPr lang="en-US" altLang="ko-KR" sz="5400" dirty="0">
                <a:solidFill>
                  <a:schemeClr val="tx2"/>
                </a:solidFill>
              </a:rPr>
              <a:t>GPT</a:t>
            </a:r>
            <a:r>
              <a:rPr lang="ko-KR" altLang="en-US" sz="5400" dirty="0">
                <a:solidFill>
                  <a:schemeClr val="tx2"/>
                </a:solidFill>
              </a:rPr>
              <a:t>의 근간</a:t>
            </a:r>
            <a:r>
              <a:rPr lang="en-US" altLang="ko-KR" sz="5400" dirty="0">
                <a:solidFill>
                  <a:schemeClr val="tx2"/>
                </a:solidFill>
              </a:rPr>
              <a:t>: </a:t>
            </a:r>
          </a:p>
          <a:p>
            <a:pPr algn="ctr"/>
            <a:r>
              <a:rPr lang="ko-KR" altLang="en-US" sz="5400" dirty="0">
                <a:solidFill>
                  <a:schemeClr val="tx2"/>
                </a:solidFill>
              </a:rPr>
              <a:t>자연어 처리와 트랜스포머</a:t>
            </a:r>
            <a:endParaRPr lang="en-US" sz="5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50366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7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D7BC1C-BEF1-FE43-BAF8-AEC9A285889D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8D8D8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8D8D8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제목 1"/>
          <p:cNvSpPr txBox="1">
            <a:spLocks/>
          </p:cNvSpPr>
          <p:nvPr/>
        </p:nvSpPr>
        <p:spPr>
          <a:xfrm>
            <a:off x="424296" y="375829"/>
            <a:ext cx="8410623" cy="80649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3200" b="1" dirty="0">
                <a:solidFill>
                  <a:srgbClr val="E0636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</a:rPr>
              <a:t>21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06361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장 </a:t>
            </a:r>
            <a:r>
              <a:rPr kumimoji="0" lang="ko-KR" alt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딥러닝을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 이용한 자연어 처리</a:t>
            </a:r>
            <a:endParaRPr kumimoji="0" lang="ko-KR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KoPub돋움체_Pro Bold" panose="02020603020101020101" pitchFamily="18" charset="-127"/>
              <a:ea typeface="KoPub돋움체_Pro Bold" panose="02020603020101020101" pitchFamily="18" charset="-127"/>
              <a:cs typeface="+mn-cs"/>
            </a:endParaRPr>
          </a:p>
        </p:txBody>
      </p:sp>
      <p:cxnSp>
        <p:nvCxnSpPr>
          <p:cNvPr id="5" name="직선 연결선 4"/>
          <p:cNvCxnSpPr>
            <a:cxnSpLocks/>
          </p:cNvCxnSpPr>
          <p:nvPr/>
        </p:nvCxnSpPr>
        <p:spPr>
          <a:xfrm>
            <a:off x="1749257" y="1182327"/>
            <a:ext cx="5760700" cy="0"/>
          </a:xfrm>
          <a:prstGeom prst="line">
            <a:avLst/>
          </a:prstGeom>
          <a:ln w="57150">
            <a:solidFill>
              <a:srgbClr val="E063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2159892" y="1643183"/>
            <a:ext cx="5983741" cy="24706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E06361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1 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텍스트의 토큰화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KoPub돋움체_Pro Bold" panose="02020603020101020101" pitchFamily="18" charset="-127"/>
              <a:ea typeface="KoPub돋움체_Pro Bold" panose="02020603020101020101" pitchFamily="18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E06361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2 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단어의 원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‐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핫 인코딩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KoPub돋움체_Pro Bold" panose="02020603020101020101" pitchFamily="18" charset="-127"/>
              <a:ea typeface="KoPub돋움체_Pro Bold" panose="02020603020101020101" pitchFamily="18" charset="-127"/>
              <a:cs typeface="+mn-cs"/>
            </a:endParaRPr>
          </a:p>
          <a:p>
            <a:pPr>
              <a:lnSpc>
                <a:spcPct val="200000"/>
              </a:lnSpc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E06361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3 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단어 </a:t>
            </a:r>
            <a:r>
              <a:rPr kumimoji="0" lang="ko-KR" alt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임베딩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KoPub돋움체_Pro Bold" panose="02020603020101020101" pitchFamily="18" charset="-127"/>
              <a:ea typeface="KoPub돋움체_Pro Bold" panose="02020603020101020101" pitchFamily="18" charset="-127"/>
              <a:cs typeface="+mn-cs"/>
            </a:endParaRPr>
          </a:p>
          <a:p>
            <a:pPr>
              <a:lnSpc>
                <a:spcPct val="200000"/>
              </a:lnSpc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E06361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4 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텍스트를 읽고 긍정</a:t>
            </a: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, </a:t>
            </a:r>
            <a:r>
              <a:rPr kumimoji="0" lang="ko-KR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부정 예측하기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KoPub돋움체_Pro Bold" panose="02020603020101020101" pitchFamily="18" charset="-127"/>
              <a:ea typeface="KoPub돋움체_Pro Bold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48006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7" name="제목 8"/>
          <p:cNvSpPr>
            <a:spLocks noGrp="1"/>
          </p:cNvSpPr>
          <p:nvPr>
            <p:ph type="title"/>
          </p:nvPr>
        </p:nvSpPr>
        <p:spPr>
          <a:xfrm>
            <a:off x="531274" y="2564895"/>
            <a:ext cx="8081453" cy="800724"/>
          </a:xfrm>
        </p:spPr>
        <p:txBody>
          <a:bodyPr/>
          <a:lstStyle/>
          <a:p>
            <a:pPr algn="ctr"/>
            <a:r>
              <a:rPr lang="en-US" altLang="ko-KR" sz="2600" dirty="0"/>
              <a:t>1 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텍스트의 토큰화</a:t>
            </a:r>
            <a:endParaRPr lang="en-US" altLang="ko-KR" sz="2600" dirty="0"/>
          </a:p>
        </p:txBody>
      </p:sp>
      <p:cxnSp>
        <p:nvCxnSpPr>
          <p:cNvPr id="8" name="직선 연결선 7"/>
          <p:cNvCxnSpPr>
            <a:cxnSpLocks/>
          </p:cNvCxnSpPr>
          <p:nvPr/>
        </p:nvCxnSpPr>
        <p:spPr>
          <a:xfrm>
            <a:off x="2440541" y="3411487"/>
            <a:ext cx="4320525" cy="0"/>
          </a:xfrm>
          <a:prstGeom prst="line">
            <a:avLst/>
          </a:prstGeom>
          <a:ln w="57150">
            <a:solidFill>
              <a:srgbClr val="E063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7540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F145F-0C5E-03EF-381D-9A17438F6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C31DBF-5078-C68B-31EA-D7D5FDFC4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kumimoji="0" lang="ko-KR" altLang="en-US" sz="32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텍스트의 토큰화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8F34E8A-6098-BC49-E070-B42C099A5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995" y="1459935"/>
            <a:ext cx="8278316" cy="4964629"/>
          </a:xfrm>
        </p:spPr>
        <p:txBody>
          <a:bodyPr>
            <a:normAutofit/>
          </a:bodyPr>
          <a:lstStyle/>
          <a:p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텍스트의 토큰화</a:t>
            </a:r>
            <a:endParaRPr lang="en-US" altLang="ko-KR" b="1" dirty="0">
              <a:solidFill>
                <a:srgbClr val="464646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endParaRPr lang="en-US" altLang="ko-KR" b="1" dirty="0">
              <a:solidFill>
                <a:srgbClr val="464646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endParaRPr lang="en-US" altLang="ko-KR" b="1" dirty="0">
              <a:solidFill>
                <a:srgbClr val="464646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endParaRPr lang="en-US" altLang="ko-KR" b="1" dirty="0">
              <a:solidFill>
                <a:srgbClr val="464646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endParaRPr lang="en-US" altLang="ko-KR" b="1" dirty="0">
              <a:solidFill>
                <a:srgbClr val="464646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endParaRPr lang="en-US" altLang="ko-KR" b="1" dirty="0">
              <a:solidFill>
                <a:srgbClr val="464646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endParaRPr lang="en-US" altLang="ko-KR" b="1" dirty="0">
              <a:solidFill>
                <a:srgbClr val="464646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endParaRPr lang="en-US" altLang="ko-KR" b="1" dirty="0">
              <a:solidFill>
                <a:srgbClr val="464646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endParaRPr lang="en-US" altLang="ko-KR" b="1" dirty="0">
              <a:solidFill>
                <a:srgbClr val="464646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애플의 시리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</a:t>
            </a:r>
            <a:r>
              <a:rPr lang="en-US" altLang="ko-KR" dirty="0" err="1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siri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)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구글의 어시스턴트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(assistant)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아마존의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알렉사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</a:t>
            </a:r>
            <a:r>
              <a:rPr lang="en-US" altLang="ko-KR" dirty="0" err="1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alexa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나 네이버의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클로바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</a:t>
            </a:r>
            <a:r>
              <a:rPr lang="en-US" altLang="ko-KR" dirty="0" err="1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clova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까지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AI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비서라고 불리는 대화형 인공지능이 서로 경쟁하고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업무를 도와주고 삶의 질을 높여 주는 인공지능 비서 서비스를 누구나 사용하는 시대가 왔음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9AD3E54-C43F-14AA-3333-8994D9CA92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80" y="1873611"/>
            <a:ext cx="4723776" cy="2889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862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852CA-8E3C-9188-8B1D-54C72CFEA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C42882-A2A2-44AC-1DF4-B838F6F50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kumimoji="0" lang="ko-KR" altLang="en-US" sz="32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텍스트의 토큰화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3092B60-9427-7E4A-EB1E-C2A4F05884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995" y="1459935"/>
            <a:ext cx="8278316" cy="4964629"/>
          </a:xfrm>
        </p:spPr>
        <p:txBody>
          <a:bodyPr>
            <a:normAutofit/>
          </a:bodyPr>
          <a:lstStyle/>
          <a:p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텍스트의 토큰화</a:t>
            </a:r>
            <a:endParaRPr lang="en-US" altLang="ko-KR" b="1" dirty="0">
              <a:solidFill>
                <a:srgbClr val="464646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자연어 처리는 이러한 음성이나 텍스트를 컴퓨터가 인식하고 처리하는 것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언어의 규칙은 컴퓨터의 규칙과 달리 쉽게 해결되지 않는 여러 문제를 안고 있었는데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딥러닝이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등장하면서 자연어 처리 연구가 활발해지기 시작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이는 대용량 데이터를 학습할 수 있는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딥러닝의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속성 때문임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즉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비교적 쉽게 얻을 수 있는 자연어 데이터를 지속적으로 입력해 끊임없이 학습하는 것이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가능해졌기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때문임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텍스트 자료를 모았다고 해서 이를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딥러닝에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그대로 입력할 수 있는 것은 아님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컴퓨터 알고리즘은 수치로 된 데이터만 이해할 뿐 텍스트는 이해할 수 없기 때문임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텍스트를 정제하는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전처리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과정이 꼭 필요함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82342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01A65-DB29-3E7B-E31E-AB3E83ADF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AA35D3-7B67-CF03-7F8A-53F8CCAE5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kumimoji="0" lang="ko-KR" altLang="en-US" sz="32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텍스트의 토큰화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EEDED43E-CDB1-8E2C-7BA9-8DF07154D4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995" y="1459935"/>
            <a:ext cx="8278316" cy="4964629"/>
          </a:xfrm>
        </p:spPr>
        <p:txBody>
          <a:bodyPr>
            <a:normAutofit/>
          </a:bodyPr>
          <a:lstStyle/>
          <a:p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텍스트의 토큰화</a:t>
            </a:r>
            <a:endParaRPr lang="en-US" altLang="ko-KR" b="1" dirty="0">
              <a:solidFill>
                <a:srgbClr val="464646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먼저 해야 할 일은 텍스트를 잘게 나누는 것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입력할 텍스트가 준비되면 이를 단어별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문장별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형태소별로 나눌 수 있는데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이렇게 작게 나누어진 하나의 단위를 </a:t>
            </a:r>
            <a:r>
              <a:rPr lang="ko-KR" altLang="en-US" b="1" dirty="0">
                <a:latin typeface="KoPub돋움체_Pro Light" pitchFamily="18" charset="-127"/>
                <a:ea typeface="KoPub돋움체_Pro Light" pitchFamily="18" charset="-127"/>
              </a:rPr>
              <a:t>토큰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(token)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이라 고 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입력된 텍스트를 잘게 나누는 과정을 </a:t>
            </a:r>
            <a:r>
              <a:rPr lang="ko-KR" altLang="en-US" b="1" dirty="0">
                <a:latin typeface="KoPub돋움체_Pro Light" pitchFamily="18" charset="-127"/>
                <a:ea typeface="KoPub돋움체_Pro Light" pitchFamily="18" charset="-127"/>
              </a:rPr>
              <a:t>토큰화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(tokenization)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라고 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케라스가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제공하는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text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모듈의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text_to_word_sequence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함수를 사용하면 문장을 단어 단위로 쉽게 나눌 수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D6C9E27-C43A-830E-4623-90E94AB5FE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80" y="3089756"/>
            <a:ext cx="7105650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128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3F86A-7ED3-FE1F-FA18-00D030CB5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EC92F2-C062-9188-655E-9AE92660C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kumimoji="0" lang="ko-KR" altLang="en-US" sz="32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텍스트의 토큰화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EDD25974-8388-3084-8E35-30F4BEEDB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995" y="1459935"/>
            <a:ext cx="8278316" cy="4964629"/>
          </a:xfrm>
        </p:spPr>
        <p:txBody>
          <a:bodyPr>
            <a:normAutofit/>
          </a:bodyPr>
          <a:lstStyle/>
          <a:p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텍스트의 토큰화</a:t>
            </a:r>
            <a:endParaRPr lang="en-US" altLang="ko-KR" b="1" dirty="0">
              <a:solidFill>
                <a:srgbClr val="464646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해당 함수를 불러와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전처리할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텍스트를 지정한 후 다음과 같이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토큰화함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10F0B0D-E9A5-7064-048A-9B2F76AE18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973" y="2161646"/>
            <a:ext cx="7172325" cy="321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3640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B459C-C274-24E7-4120-D08074917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16EFC5-2FEE-9FB2-A01F-8B6DC9AD8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kumimoji="0" lang="ko-KR" altLang="en-US" sz="32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텍스트의 토큰화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56B95A6-6C24-1C9B-5013-1A6048C17E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995" y="1459935"/>
            <a:ext cx="8278316" cy="4964629"/>
          </a:xfrm>
        </p:spPr>
        <p:txBody>
          <a:bodyPr>
            <a:normAutofit/>
          </a:bodyPr>
          <a:lstStyle/>
          <a:p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텍스트의 토큰화</a:t>
            </a:r>
            <a:endParaRPr kumimoji="0" lang="en-US" altLang="ko-KR" sz="1800" b="1" i="0" u="none" strike="noStrike" kern="1200" cap="none" spc="0" normalizeH="0" baseline="0" noProof="0" dirty="0">
              <a:ln>
                <a:noFill/>
              </a:ln>
              <a:solidFill>
                <a:srgbClr val="464646"/>
              </a:solidFill>
              <a:effectLst/>
              <a:uLnTx/>
              <a:uFillTx/>
              <a:latin typeface="KoPub돋움체_Pro Bold" panose="02020603020101020101" pitchFamily="18" charset="-127"/>
              <a:ea typeface="KoPub돋움체_Pro Bold" panose="02020603020101020101" pitchFamily="18" charset="-127"/>
              <a:cs typeface="+mn-cs"/>
            </a:endParaRPr>
          </a:p>
          <a:p>
            <a:endParaRPr lang="en-US" altLang="ko-KR" b="1" dirty="0">
              <a:solidFill>
                <a:srgbClr val="464646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endParaRPr lang="en-US" altLang="ko-KR" b="1" dirty="0">
              <a:solidFill>
                <a:srgbClr val="464646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endParaRPr lang="en-US" altLang="ko-KR" b="1" dirty="0">
              <a:solidFill>
                <a:srgbClr val="464646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endParaRPr lang="en-US" altLang="ko-KR" b="1" dirty="0">
              <a:solidFill>
                <a:srgbClr val="464646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endParaRPr lang="en-US" altLang="ko-KR" b="1" dirty="0">
              <a:solidFill>
                <a:srgbClr val="464646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endParaRPr lang="en-US" altLang="ko-KR" b="1" dirty="0">
              <a:solidFill>
                <a:srgbClr val="464646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단어의 빈도수를 알면 텍스트에서 중요한 역할을 하는 단어를 파악할 수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텍스트를 단어 단위로 쪼개는 것은 가장 많이 쓰이는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전처리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과정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Bag-of-Words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라는 방법이 이러한 전처리를 일컫는 말 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‘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단어의 가방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(bag of words)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’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이라는 뜻 그대로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같은 단어끼리 따로따로 가방에 담은 후 각 가방에 몇 개의 단어가 들어 있는지 세는 기법</a:t>
            </a:r>
            <a:endParaRPr lang="en-US" altLang="ko-KR" b="1" dirty="0">
              <a:solidFill>
                <a:srgbClr val="464646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086272A-2CA7-E06C-5CF9-ECF5B2B61E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362" y="1816004"/>
            <a:ext cx="7153275" cy="220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2582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3D5BC-0C06-04D1-E873-FD303CF30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42B3B8-9E6C-3AF0-A56D-1F736C7EB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kumimoji="0" lang="ko-KR" altLang="en-US" sz="32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텍스트의 토큰화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6BE3011-5357-D305-F3AF-6915DE97CC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995" y="1459935"/>
            <a:ext cx="8278316" cy="4964629"/>
          </a:xfrm>
        </p:spPr>
        <p:txBody>
          <a:bodyPr>
            <a:normAutofit/>
          </a:bodyPr>
          <a:lstStyle/>
          <a:p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텍스트의 토큰화</a:t>
            </a:r>
            <a:endParaRPr lang="en-US" altLang="ko-KR" b="1" dirty="0">
              <a:solidFill>
                <a:srgbClr val="464646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예를 들어 다음과 같은 세 개의 문장이 있다고 하자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가장 많이 사용된 단어인 ‘토큰화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딥러닝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텍스트’가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앞의 세 문장에서 중요한 역할을 하는 단어임을 짐작할 수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케라스의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Tokenizer()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함수를 사용하면 단어의 빈도수를 쉽게 계산할 수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다음 예제는 위에 제시된 세 문장의 단어를 빈도수로 다시 정리하는 코드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먼저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케라스에서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제공하는 텍스트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전처리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함수 중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Tokenizer()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함수를 불러옴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6CA6A04-4A6C-C349-0D74-5D49B24510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328" y="2161646"/>
            <a:ext cx="7105650" cy="139065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1B4E03F-408C-4F34-6534-9131DDF7FE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773" y="5038869"/>
            <a:ext cx="7096125" cy="80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0461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8043F-5027-CDA6-49FE-267EDD437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591682-4614-39E8-7185-7BB15747F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kumimoji="0" lang="ko-KR" altLang="en-US" sz="32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텍스트의 토큰화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EAF1398D-1D21-71F1-FC56-5B8D7F61EC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995" y="1459935"/>
            <a:ext cx="8278316" cy="4964629"/>
          </a:xfrm>
        </p:spPr>
        <p:txBody>
          <a:bodyPr>
            <a:normAutofit/>
          </a:bodyPr>
          <a:lstStyle/>
          <a:p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텍스트의 토큰화</a:t>
            </a:r>
            <a:endParaRPr lang="en-US" altLang="ko-KR" b="1" dirty="0">
              <a:solidFill>
                <a:srgbClr val="464646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전처리하려는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세 개의 문장을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docs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라는 배열에 지정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토큰화 함수인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Tokenizer()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를 이용해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전처리하는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과정은 다음과 같음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790F146-1079-1873-B678-39267EB71D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565" y="2104039"/>
            <a:ext cx="7115175" cy="17145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4431F7C-DCB8-E43A-12E9-3ADE48D2F3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641" y="4162569"/>
            <a:ext cx="7086600" cy="168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765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531DD-3C5D-A6DA-2DBB-D5FBF5FC8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4657B2-691E-E31A-74C9-DCED9BACB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kumimoji="0" lang="ko-KR" altLang="en-US" sz="32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텍스트의 토큰화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6B27DB9D-DCB4-6996-8516-52505D287D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995" y="1459935"/>
            <a:ext cx="8278316" cy="4964629"/>
          </a:xfrm>
        </p:spPr>
        <p:txBody>
          <a:bodyPr>
            <a:normAutofit/>
          </a:bodyPr>
          <a:lstStyle/>
          <a:p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텍스트의 토큰화</a:t>
            </a:r>
            <a:endParaRPr lang="en-US" altLang="ko-KR" b="1" dirty="0">
              <a:solidFill>
                <a:srgbClr val="464646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CC50053-A3E1-D443-AFBF-45818DBE15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075" y="1873611"/>
            <a:ext cx="7181850" cy="211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5475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F8309-34AD-E8A7-9434-3E1F09C5B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71C484-0885-6188-BA9A-ABFBE408D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kumimoji="0" lang="ko-KR" altLang="en-US" sz="32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텍스트의 토큰화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C6019612-66C1-28BA-53A5-D7B913F858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995" y="1459935"/>
            <a:ext cx="8278316" cy="4964629"/>
          </a:xfrm>
        </p:spPr>
        <p:txBody>
          <a:bodyPr>
            <a:normAutofit/>
          </a:bodyPr>
          <a:lstStyle/>
          <a:p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텍스트의 토큰화</a:t>
            </a:r>
            <a:endParaRPr lang="en-US" altLang="ko-KR" b="1" dirty="0">
              <a:solidFill>
                <a:srgbClr val="464646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document_count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함수를 이용하면 총 몇 개의 문장이 들어 있는지도 셀 수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2D74D1C-118B-79B7-D459-E058D16197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278" y="2161646"/>
            <a:ext cx="7143750" cy="181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0152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862AE-03C3-41B3-52F5-F5EC1A811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4DD954-411D-C743-DB1E-DD25DB696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kumimoji="0" lang="ko-KR" altLang="en-US" sz="32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텍스트의 토큰화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0935D799-293A-0B71-3147-F43A427762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995" y="1459935"/>
            <a:ext cx="8278316" cy="4964629"/>
          </a:xfrm>
        </p:spPr>
        <p:txBody>
          <a:bodyPr>
            <a:normAutofit/>
          </a:bodyPr>
          <a:lstStyle/>
          <a:p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텍스트의 토큰화</a:t>
            </a:r>
            <a:endParaRPr lang="en-US" altLang="ko-KR" b="1" dirty="0">
              <a:solidFill>
                <a:srgbClr val="464646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word_docs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함수를 통해 각 단어들이 몇 개의 문장에 나오는지 세어서 출력할 수도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출력되는 순서는 랜덤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866009E-82C4-7F3A-D470-ED8F8C79FB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80" y="2507288"/>
            <a:ext cx="7181850" cy="303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6583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819A3-8CA3-607E-444A-C3FCF8905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AB1511-F6FA-180D-6387-A0243D8AE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1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kumimoji="0" lang="ko-KR" altLang="en-US" sz="32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텍스트의 토큰화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C29824A1-26AF-FFB9-BD6A-41A90188F7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995" y="1459935"/>
            <a:ext cx="8278316" cy="4964629"/>
          </a:xfrm>
        </p:spPr>
        <p:txBody>
          <a:bodyPr>
            <a:normAutofit/>
          </a:bodyPr>
          <a:lstStyle/>
          <a:p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텍스트의 토큰화</a:t>
            </a:r>
            <a:endParaRPr lang="en-US" altLang="ko-KR" b="1" dirty="0">
              <a:solidFill>
                <a:srgbClr val="464646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각 단어에 매겨진 인덱스 값을 출력하려면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word_index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 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함수를 사용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7F338F8-1747-9CDD-23C3-6EC43FD92F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565" y="2161646"/>
            <a:ext cx="7115175" cy="287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4424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0EA6D-C55C-49A5-46FA-61B8D1276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ED68B9E-5650-C078-848E-609008236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7" name="제목 8">
            <a:extLst>
              <a:ext uri="{FF2B5EF4-FFF2-40B4-BE49-F238E27FC236}">
                <a16:creationId xmlns:a16="http://schemas.microsoft.com/office/drawing/2014/main" id="{9D35E81D-DA41-CD9E-3EF1-C3F40A6FA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274" y="2564895"/>
            <a:ext cx="8081453" cy="800724"/>
          </a:xfrm>
        </p:spPr>
        <p:txBody>
          <a:bodyPr/>
          <a:lstStyle/>
          <a:p>
            <a:pPr algn="ctr"/>
            <a:r>
              <a:rPr lang="en-US" altLang="ko-KR" sz="2600" dirty="0"/>
              <a:t>2 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단어의 원</a:t>
            </a: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‐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핫 인코딩</a:t>
            </a:r>
            <a:endParaRPr lang="en-US" altLang="ko-KR" sz="2600" dirty="0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E129E1B0-0EA2-C278-7A34-66449CDB5448}"/>
              </a:ext>
            </a:extLst>
          </p:cNvPr>
          <p:cNvCxnSpPr>
            <a:cxnSpLocks/>
          </p:cNvCxnSpPr>
          <p:nvPr/>
        </p:nvCxnSpPr>
        <p:spPr>
          <a:xfrm>
            <a:off x="2440541" y="3411487"/>
            <a:ext cx="4320525" cy="0"/>
          </a:xfrm>
          <a:prstGeom prst="line">
            <a:avLst/>
          </a:prstGeom>
          <a:ln w="57150">
            <a:solidFill>
              <a:srgbClr val="E063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15882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7F679-D151-FCA9-8C65-0FB57EB77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88F6D0-A835-A973-E31E-52B96F089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kumimoji="0" lang="ko-KR" altLang="en-US" sz="32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단어의 원</a:t>
            </a:r>
            <a:r>
              <a:rPr kumimoji="0" lang="en-US" altLang="ko-KR" sz="32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‐</a:t>
            </a:r>
            <a:r>
              <a:rPr kumimoji="0" lang="ko-KR" altLang="en-US" sz="32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핫 인코딩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C3B10CA4-1832-FD97-493B-225D9B673D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995" y="1459935"/>
            <a:ext cx="8278316" cy="4964629"/>
          </a:xfrm>
        </p:spPr>
        <p:txBody>
          <a:bodyPr>
            <a:normAutofit/>
          </a:bodyPr>
          <a:lstStyle/>
          <a:p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단어의 원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‐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핫 인코딩</a:t>
            </a:r>
            <a:endParaRPr lang="en-US" altLang="ko-KR" b="1" dirty="0">
              <a:solidFill>
                <a:srgbClr val="464646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단어가 문장의 다른 요소와 어떤 관계를 가지고 있는지 알아보는 방법이 필요함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이러한 기법 중에서 가장 기본적인 방법인 </a:t>
            </a:r>
            <a:r>
              <a:rPr lang="ko-KR" altLang="en-US" b="1" dirty="0">
                <a:latin typeface="KoPub돋움체_Pro Light" pitchFamily="18" charset="-127"/>
                <a:ea typeface="KoPub돋움체_Pro Light" pitchFamily="18" charset="-127"/>
              </a:rPr>
              <a:t>원</a:t>
            </a:r>
            <a:r>
              <a:rPr lang="en-US" altLang="ko-KR" b="1" dirty="0">
                <a:latin typeface="KoPub돋움체_Pro Light" pitchFamily="18" charset="-127"/>
                <a:ea typeface="KoPub돋움체_Pro Light" pitchFamily="18" charset="-127"/>
              </a:rPr>
              <a:t>-</a:t>
            </a:r>
            <a:r>
              <a:rPr lang="ko-KR" altLang="en-US" b="1" dirty="0">
                <a:latin typeface="KoPub돋움체_Pro Light" pitchFamily="18" charset="-127"/>
                <a:ea typeface="KoPub돋움체_Pro Light" pitchFamily="18" charset="-127"/>
              </a:rPr>
              <a:t>핫 인코딩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(one-hot encoding)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을 알아보자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각 단어를 모두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0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으로 바꾸어 주고 원하는 단어만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로 바꾸어 주는 것이 원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-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핫 인코딩이었음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이를 수행하기 위해 먼저 단어 수만큼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0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으로 채워진 벡터 공간으로 바꾸면 다음과 같음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DD2053F-3594-E8F3-6EC5-B814DFF021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625" y="2738456"/>
            <a:ext cx="7048500" cy="7620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F379703-41F9-7AC2-761F-CD07A13A27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050" y="4926782"/>
            <a:ext cx="7077075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0672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C6E10-A380-F249-0B3B-9376777ED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48EADA-6BA0-4C15-8D6B-94D3E73E9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kumimoji="0" lang="ko-KR" altLang="en-US" sz="32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단어의 원</a:t>
            </a:r>
            <a:r>
              <a:rPr kumimoji="0" lang="en-US" altLang="ko-KR" sz="32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‐</a:t>
            </a:r>
            <a:r>
              <a:rPr kumimoji="0" lang="ko-KR" altLang="en-US" sz="32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핫 인코딩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C91B9D41-2B95-6E74-BB60-A34DAD7B9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995" y="1459935"/>
            <a:ext cx="8278316" cy="4964629"/>
          </a:xfrm>
        </p:spPr>
        <p:txBody>
          <a:bodyPr>
            <a:normAutofit/>
          </a:bodyPr>
          <a:lstStyle/>
          <a:p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단어의 원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‐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핫 인코딩</a:t>
            </a:r>
            <a:endParaRPr lang="en-US" altLang="ko-KR" b="1" dirty="0">
              <a:solidFill>
                <a:srgbClr val="464646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이제 각 단어가 배열 내에서 해당하는 위치를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로 바꾸어서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벡터화할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수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8959197-544A-7C31-FD23-BAEF5279E6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803" y="2150894"/>
            <a:ext cx="7124700" cy="225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8107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24129-E5F9-61EF-BC21-81C9496C6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604237-D9EA-9575-8ACE-74C242B24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kumimoji="0" lang="ko-KR" altLang="en-US" sz="32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단어의 원</a:t>
            </a:r>
            <a:r>
              <a:rPr kumimoji="0" lang="en-US" altLang="ko-KR" sz="32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‐</a:t>
            </a:r>
            <a:r>
              <a:rPr kumimoji="0" lang="ko-KR" altLang="en-US" sz="32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핫 인코딩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8D89F85C-0899-3FAF-F80B-490E683864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995" y="1459935"/>
            <a:ext cx="8278316" cy="4964629"/>
          </a:xfrm>
        </p:spPr>
        <p:txBody>
          <a:bodyPr>
            <a:normAutofit/>
          </a:bodyPr>
          <a:lstStyle/>
          <a:p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단어의 원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‐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핫 인코딩</a:t>
            </a:r>
            <a:endParaRPr lang="en-US" altLang="ko-KR" b="1" dirty="0">
              <a:solidFill>
                <a:srgbClr val="464646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이러한 과정을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케라스로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실습해 보자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먼저 토큰화 함수를 불러와 단어 단위로 토큰화하고 각 단어의 인덱스 값을 출력해 보자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C9BE890-43BB-0E10-1BC2-DD162087A5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641" y="2449681"/>
            <a:ext cx="7086600" cy="19812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400E51F-A313-ABE6-F8B6-04A5C6AC4A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9282" y="4482306"/>
            <a:ext cx="7086600" cy="84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9157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F64EB-128E-03F7-4DED-B4E3372D0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6A28F5-D12F-867F-418B-949861F55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kumimoji="0" lang="ko-KR" altLang="en-US" sz="32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단어의 원</a:t>
            </a:r>
            <a:r>
              <a:rPr kumimoji="0" lang="en-US" altLang="ko-KR" sz="32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‐</a:t>
            </a:r>
            <a:r>
              <a:rPr kumimoji="0" lang="ko-KR" altLang="en-US" sz="32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핫 인코딩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44F82FF-6EA9-B390-F8B1-7FF10F7BF7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995" y="1459935"/>
            <a:ext cx="8278316" cy="4964629"/>
          </a:xfrm>
        </p:spPr>
        <p:txBody>
          <a:bodyPr>
            <a:normAutofit/>
          </a:bodyPr>
          <a:lstStyle/>
          <a:p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단어의 원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‐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핫 인코딩</a:t>
            </a:r>
            <a:endParaRPr lang="en-US" altLang="ko-KR" b="1" dirty="0">
              <a:solidFill>
                <a:srgbClr val="464646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이제 각 단어를 원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-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핫 인코딩 방식으로 표현해 보자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케라스에서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제공하는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Tokenizer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의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texts_to_sequences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 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함수를 사용해서 앞서 만들어진 토큰의 인덱스로만 채워진 새로운 배열을 만들어 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941BE3A-B2BE-D143-250B-1FC16180B6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565" y="2737716"/>
            <a:ext cx="7115175" cy="222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6636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38FF7-9950-CF95-9445-6A54DDA1D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304EFF-BDD4-58AB-7C21-ABF7A0833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kumimoji="0" lang="ko-KR" altLang="en-US" sz="32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단어의 원</a:t>
            </a:r>
            <a:r>
              <a:rPr kumimoji="0" lang="en-US" altLang="ko-KR" sz="32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‐</a:t>
            </a:r>
            <a:r>
              <a:rPr kumimoji="0" lang="ko-KR" altLang="en-US" sz="32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핫 인코딩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F642D5F6-B00A-88CE-EEE7-4BB503935F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995" y="1459935"/>
            <a:ext cx="8278316" cy="4964629"/>
          </a:xfrm>
        </p:spPr>
        <p:txBody>
          <a:bodyPr>
            <a:normAutofit/>
          </a:bodyPr>
          <a:lstStyle/>
          <a:p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단어의 원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‐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핫 인코딩</a:t>
            </a:r>
            <a:endParaRPr lang="en-US" altLang="ko-KR" b="1" dirty="0">
              <a:solidFill>
                <a:srgbClr val="464646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이제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1~6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의 정수로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인덱스되어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있는 것을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0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과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로만 이루어진 배열로 바꾸어 주는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to_categorical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함수를 사용해 원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-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핫 인코딩 과정을 진행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배열 맨 앞에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0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 추가되므로 단어 수보다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 더 많게 인덱스 숫자를 잡아 주는 것에 유의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02FF640-E65E-31B3-5CEB-EBA506360C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623" y="2754864"/>
            <a:ext cx="7134225" cy="261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4962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1F889-214F-64E6-DCCE-CB50FB742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F5F96A-7075-7024-369F-19CB370A8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2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kumimoji="0" lang="ko-KR" altLang="en-US" sz="32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단어의 원</a:t>
            </a:r>
            <a:r>
              <a:rPr kumimoji="0" lang="en-US" altLang="ko-KR" sz="32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‐</a:t>
            </a:r>
            <a:r>
              <a:rPr kumimoji="0" lang="ko-KR" altLang="en-US" sz="32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핫 인코딩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7AEB969E-EE6B-AF5C-AE0F-CC13BF283C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995" y="1459935"/>
            <a:ext cx="8278316" cy="4964629"/>
          </a:xfrm>
        </p:spPr>
        <p:txBody>
          <a:bodyPr>
            <a:normAutofit/>
          </a:bodyPr>
          <a:lstStyle/>
          <a:p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단어의 원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‐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핫 인코딩</a:t>
            </a:r>
            <a:endParaRPr lang="en-US" altLang="ko-KR" b="1" dirty="0">
              <a:solidFill>
                <a:srgbClr val="464646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A3849CE-77FE-0573-BAF0-6129482BFC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887" y="1873611"/>
            <a:ext cx="7134225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9450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4926D-E144-D1C3-8CA5-522CA41C0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AA311FD-AABE-A377-BC26-898C896AC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7" name="제목 8">
            <a:extLst>
              <a:ext uri="{FF2B5EF4-FFF2-40B4-BE49-F238E27FC236}">
                <a16:creationId xmlns:a16="http://schemas.microsoft.com/office/drawing/2014/main" id="{BB378B25-E5B2-3B06-C83E-45FEDA641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274" y="2564895"/>
            <a:ext cx="8081453" cy="800724"/>
          </a:xfrm>
        </p:spPr>
        <p:txBody>
          <a:bodyPr/>
          <a:lstStyle/>
          <a:p>
            <a:pPr algn="ctr"/>
            <a:r>
              <a:rPr lang="en-US" altLang="ko-KR" sz="2600" dirty="0"/>
              <a:t>3 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단어 </a:t>
            </a:r>
            <a:r>
              <a:rPr kumimoji="0" lang="ko-KR" alt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임베딩</a:t>
            </a:r>
            <a:endParaRPr lang="en-US" altLang="ko-KR" sz="2600" dirty="0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287A130B-0AEE-3020-36B9-FB13EC6AEAD2}"/>
              </a:ext>
            </a:extLst>
          </p:cNvPr>
          <p:cNvCxnSpPr>
            <a:cxnSpLocks/>
          </p:cNvCxnSpPr>
          <p:nvPr/>
        </p:nvCxnSpPr>
        <p:spPr>
          <a:xfrm>
            <a:off x="2440541" y="3411487"/>
            <a:ext cx="4320525" cy="0"/>
          </a:xfrm>
          <a:prstGeom prst="line">
            <a:avLst/>
          </a:prstGeom>
          <a:ln w="57150">
            <a:solidFill>
              <a:srgbClr val="E063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02127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F6478-4FFC-59E7-D786-7EB3534C0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991216-EA43-98D1-2365-DA00E6D41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kumimoji="0" lang="ko-KR" altLang="en-US" sz="32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단어 </a:t>
            </a:r>
            <a:r>
              <a:rPr kumimoji="0" lang="ko-KR" altLang="en-US" sz="3200" b="1" i="0" u="none" strike="noStrike" kern="1200" cap="none" normalizeH="0" baseline="0" noProof="0" dirty="0" err="1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임베딩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87C6B5E6-2DA6-96D4-8EF3-A145CFB118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995" y="1459935"/>
            <a:ext cx="8278316" cy="4964629"/>
          </a:xfrm>
        </p:spPr>
        <p:txBody>
          <a:bodyPr>
            <a:normAutofit/>
          </a:bodyPr>
          <a:lstStyle/>
          <a:p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단어 </a:t>
            </a:r>
            <a:r>
              <a:rPr kumimoji="0" lang="ko-KR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임베딩</a:t>
            </a:r>
            <a:endParaRPr lang="en-US" altLang="ko-KR" b="1" dirty="0">
              <a:solidFill>
                <a:srgbClr val="464646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원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-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핫 인코딩을 그대로 사용하면 벡터의 길이가 너무 길어진다는 단점이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공간적 낭비를 해결하기 위해 등장한 것이 </a:t>
            </a:r>
            <a:r>
              <a:rPr lang="ko-KR" altLang="en-US" b="1" dirty="0">
                <a:latin typeface="KoPub돋움체_Pro Light" pitchFamily="18" charset="-127"/>
                <a:ea typeface="KoPub돋움체_Pro Light" pitchFamily="18" charset="-127"/>
              </a:rPr>
              <a:t>단어 </a:t>
            </a:r>
            <a:r>
              <a:rPr lang="ko-KR" altLang="en-US" b="1" dirty="0" err="1">
                <a:latin typeface="KoPub돋움체_Pro Light" pitchFamily="18" charset="-127"/>
                <a:ea typeface="KoPub돋움체_Pro Light" pitchFamily="18" charset="-127"/>
              </a:rPr>
              <a:t>임베딩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(word embedding)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이라는 방법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단어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임베딩은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주어진 배열을 정해진 길이로 압축시킴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8BF39EE0-14B2-7D81-38E0-30EC5BBA7751}"/>
              </a:ext>
            </a:extLst>
          </p:cNvPr>
          <p:cNvSpPr txBox="1">
            <a:spLocks/>
          </p:cNvSpPr>
          <p:nvPr/>
        </p:nvSpPr>
        <p:spPr>
          <a:xfrm>
            <a:off x="1043329" y="3110923"/>
            <a:ext cx="8081453" cy="318077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defRPr>
            </a:lvl1pPr>
          </a:lstStyle>
          <a:p>
            <a:r>
              <a:rPr lang="ko-KR" altLang="ko-KR" sz="1600" dirty="0"/>
              <a:t>▼ </a:t>
            </a:r>
            <a:r>
              <a:rPr lang="ko-KR" altLang="en-US" sz="1600" b="1" dirty="0"/>
              <a:t> 그림 </a:t>
            </a:r>
            <a:r>
              <a:rPr lang="en-US" altLang="ko-KR" sz="1600" b="1" dirty="0"/>
              <a:t>21-1 | </a:t>
            </a:r>
            <a:r>
              <a:rPr lang="ko-KR" altLang="en-US" sz="1600" b="1" dirty="0"/>
              <a:t>원</a:t>
            </a:r>
            <a:r>
              <a:rPr lang="en-US" altLang="ko-KR" sz="1600" b="1" dirty="0"/>
              <a:t>-</a:t>
            </a:r>
            <a:r>
              <a:rPr lang="ko-KR" altLang="en-US" sz="1600" b="1" dirty="0"/>
              <a:t>핫 인코딩과 단어 </a:t>
            </a:r>
            <a:r>
              <a:rPr lang="ko-KR" altLang="en-US" sz="1600" b="1" dirty="0" err="1"/>
              <a:t>임베딩</a:t>
            </a:r>
            <a:endParaRPr lang="ko-KR" altLang="en-US" sz="1600" dirty="0">
              <a:latin typeface="KoPub돋움체_Pro Medium" pitchFamily="18" charset="-127"/>
              <a:ea typeface="KoPub돋움체_Pro Medium" pitchFamily="18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0F1068E-C22A-4F01-A8D5-158545DEC3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759" y="3593366"/>
            <a:ext cx="6334125" cy="217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6356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E98FE-F35B-6845-856C-8DA0125EC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F89D9C-D33F-40C4-4A70-D87337FCE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kumimoji="0" lang="ko-KR" altLang="en-US" sz="32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단어 </a:t>
            </a:r>
            <a:r>
              <a:rPr kumimoji="0" lang="ko-KR" altLang="en-US" sz="3200" b="1" i="0" u="none" strike="noStrike" kern="1200" cap="none" normalizeH="0" baseline="0" noProof="0" dirty="0" err="1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임베딩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9BB74E52-F22C-C0DA-7BC5-CCC6040FAB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995" y="1459935"/>
            <a:ext cx="8278316" cy="4964629"/>
          </a:xfrm>
        </p:spPr>
        <p:txBody>
          <a:bodyPr>
            <a:normAutofit/>
          </a:bodyPr>
          <a:lstStyle/>
          <a:p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단어 </a:t>
            </a:r>
            <a:r>
              <a:rPr kumimoji="0" lang="ko-KR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임베딩</a:t>
            </a:r>
            <a:endParaRPr lang="en-US" altLang="ko-KR" b="1" dirty="0">
              <a:solidFill>
                <a:srgbClr val="464646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단어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임베딩으로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얻은 결과가 밀집된 정보를 가지고 있고 공간의 낭비가 적다는 것을 알 수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이러한 결과가 가능한 이유는 각 단어 간의 유사도를 계산했기 때문임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91FA1EA8-4CDF-276C-A3F5-F430ECC55DC3}"/>
              </a:ext>
            </a:extLst>
          </p:cNvPr>
          <p:cNvSpPr txBox="1">
            <a:spLocks/>
          </p:cNvSpPr>
          <p:nvPr/>
        </p:nvSpPr>
        <p:spPr>
          <a:xfrm>
            <a:off x="1041500" y="2852930"/>
            <a:ext cx="8081453" cy="318077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kern="120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j-cs"/>
              </a:defRPr>
            </a:lvl1pPr>
          </a:lstStyle>
          <a:p>
            <a:r>
              <a:rPr lang="ko-KR" altLang="ko-KR" sz="1600" dirty="0"/>
              <a:t>▼ </a:t>
            </a:r>
            <a:r>
              <a:rPr lang="ko-KR" altLang="en-US" sz="1600" b="1" dirty="0"/>
              <a:t> 그림 </a:t>
            </a:r>
            <a:r>
              <a:rPr lang="en-US" altLang="ko-KR" sz="1600" b="1" dirty="0"/>
              <a:t>21-2 | </a:t>
            </a:r>
            <a:r>
              <a:rPr lang="ko-KR" altLang="en-US" sz="1600" b="1" dirty="0"/>
              <a:t>단어 간 유사도</a:t>
            </a:r>
            <a:endParaRPr lang="ko-KR" altLang="en-US" sz="1600" dirty="0">
              <a:latin typeface="KoPub돋움체_Pro Medium" pitchFamily="18" charset="-127"/>
              <a:ea typeface="KoPub돋움체_Pro Medium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F216EBF-8879-76E0-F4D5-ED1299F7B5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086" y="3313786"/>
            <a:ext cx="3638550" cy="303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6397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5A1A8-1C9E-DA9F-8E05-04BC19D42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E032C3-E1B1-8687-20BB-D5A773182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3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kumimoji="0" lang="ko-KR" altLang="en-US" sz="32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단어 </a:t>
            </a:r>
            <a:r>
              <a:rPr kumimoji="0" lang="ko-KR" altLang="en-US" sz="3200" b="1" i="0" u="none" strike="noStrike" kern="1200" cap="none" normalizeH="0" baseline="0" noProof="0" dirty="0" err="1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임베딩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6C7D5ADA-F87F-B2F0-EEAB-59B16DA3D4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995" y="1459935"/>
            <a:ext cx="8278316" cy="4964629"/>
          </a:xfrm>
        </p:spPr>
        <p:txBody>
          <a:bodyPr>
            <a:normAutofit fontScale="92500" lnSpcReduction="20000"/>
          </a:bodyPr>
          <a:lstStyle/>
          <a:p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단어 </a:t>
            </a:r>
            <a:r>
              <a:rPr kumimoji="0" lang="ko-KR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임베딩</a:t>
            </a:r>
            <a:endParaRPr lang="en-US" altLang="ko-KR" b="1" dirty="0">
              <a:solidFill>
                <a:srgbClr val="464646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적절한 크기로 배열을 바꾸어 주기 위해 최적의 유사도를 계산하는 학습 과정을 거치는 것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 과정은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케라스에서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제공하는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Embedding()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함수를 사용하면 간단히 해낼 수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None/>
            </a:pP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marL="334963" lvl="1" indent="0">
              <a:buNone/>
            </a:pP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Embedding(16,4)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는 입력될 총 단어 수는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16,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임베딩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후 출력되는 벡터 크기는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4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로 하겠다는 의미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model.build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((None, 2))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는 모델에게 입력 데이터의 형태를 알려주는 역할 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(None, 2)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에서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None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은 한 번에 처리할 데이터 묶음의 크기를 의미하는데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이를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None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으로 설정하면 나중에 필요에 따라 자유롭게 바꿀 수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2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는 한번에 처리할 단어의 개수로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단어 두 개를 하나의 입력 단위로 모델이 처리한다는 뜻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D941D33-7CCC-D8CD-AE90-B32F015678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973" y="2484269"/>
            <a:ext cx="7134225" cy="192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7983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572A5-CBC8-6F66-1371-8834C3A19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505C43C-E106-0CDE-B236-95547BD48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7BC1C-BEF1-FE43-BAF8-AEC9A285889D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7" name="제목 8">
            <a:extLst>
              <a:ext uri="{FF2B5EF4-FFF2-40B4-BE49-F238E27FC236}">
                <a16:creationId xmlns:a16="http://schemas.microsoft.com/office/drawing/2014/main" id="{7693F6FF-62C7-A704-A175-4560823E9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274" y="2564895"/>
            <a:ext cx="8081453" cy="800724"/>
          </a:xfrm>
        </p:spPr>
        <p:txBody>
          <a:bodyPr/>
          <a:lstStyle/>
          <a:p>
            <a:pPr algn="ctr"/>
            <a:r>
              <a:rPr lang="en-US" altLang="ko-KR" sz="2600" dirty="0"/>
              <a:t>4 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텍스트를 읽고 긍정</a:t>
            </a: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, 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부정 예측하기</a:t>
            </a:r>
            <a:endParaRPr lang="en-US" altLang="ko-KR" sz="2600" dirty="0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9ED314FC-B202-5167-3900-ED4D68A4E88C}"/>
              </a:ext>
            </a:extLst>
          </p:cNvPr>
          <p:cNvCxnSpPr>
            <a:cxnSpLocks/>
          </p:cNvCxnSpPr>
          <p:nvPr/>
        </p:nvCxnSpPr>
        <p:spPr>
          <a:xfrm>
            <a:off x="1864471" y="3429000"/>
            <a:ext cx="5357451" cy="0"/>
          </a:xfrm>
          <a:prstGeom prst="line">
            <a:avLst/>
          </a:prstGeom>
          <a:ln w="57150">
            <a:solidFill>
              <a:srgbClr val="E0636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44322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9AE8B-1E4F-C4C3-BF61-82D053E5A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58CA87-8637-290C-DF46-F3DBC9DC7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4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kumimoji="0" lang="ko-KR" altLang="en-US" sz="32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텍스트를 읽고 긍정</a:t>
            </a:r>
            <a:r>
              <a:rPr kumimoji="0" lang="en-US" altLang="ko-KR" sz="32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, </a:t>
            </a:r>
            <a:r>
              <a:rPr kumimoji="0" lang="ko-KR" altLang="en-US" sz="32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부정 예측하기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788E2FE2-8AA7-DB09-D853-FA4E123CB5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995" y="1459935"/>
            <a:ext cx="8278316" cy="4964629"/>
          </a:xfrm>
        </p:spPr>
        <p:txBody>
          <a:bodyPr>
            <a:normAutofit/>
          </a:bodyPr>
          <a:lstStyle/>
          <a:p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텍스트를 읽고 긍정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,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부정 예측하기</a:t>
            </a:r>
            <a:endParaRPr lang="en-US" altLang="ko-KR" b="1" dirty="0">
              <a:solidFill>
                <a:srgbClr val="464646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실습해 볼 과제는 영화를 보고 남긴 리뷰를 딥러닝 모델로 학습해서 각 리뷰가 긍정적인지 부정적인지를 예측하는 것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C74D241-4E2B-CBA7-8872-60C3A63FDA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703" y="2431689"/>
            <a:ext cx="7200900" cy="255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2866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390F8-2B5F-ED08-3FF1-AA7278DCD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9C846F-269E-5D66-A3EB-77F5500C2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4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kumimoji="0" lang="ko-KR" altLang="en-US" sz="32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텍스트를 읽고 긍정</a:t>
            </a:r>
            <a:r>
              <a:rPr kumimoji="0" lang="en-US" altLang="ko-KR" sz="32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, </a:t>
            </a:r>
            <a:r>
              <a:rPr kumimoji="0" lang="ko-KR" altLang="en-US" sz="32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부정 예측하기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A12CE9C-6660-21EA-774D-1578F74738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995" y="1459935"/>
            <a:ext cx="8278316" cy="4964629"/>
          </a:xfrm>
        </p:spPr>
        <p:txBody>
          <a:bodyPr>
            <a:normAutofit/>
          </a:bodyPr>
          <a:lstStyle/>
          <a:p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텍스트를 읽고 긍정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,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부정 예측하기</a:t>
            </a:r>
            <a:endParaRPr lang="en-US" altLang="ko-KR" b="1" dirty="0">
              <a:solidFill>
                <a:srgbClr val="464646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그다음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앞서 배운 토큰화 과정을 진행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케라스에서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제공하는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Tokenizer( 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함수의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fit_on_texts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를 이용해 각 단어를 하나의 토큰으로 변환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AA9C40A-608A-A2D2-15FB-9653CF569B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80" y="2737716"/>
            <a:ext cx="7134225" cy="174307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597095C-8FCE-6640-E41D-7F6CF4D42A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80" y="4537700"/>
            <a:ext cx="7191375" cy="177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3672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A4786-CB52-D772-E8F1-C49971A00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72B1A9-2382-2B09-4954-7045F8BDB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4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kumimoji="0" lang="ko-KR" altLang="en-US" sz="32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텍스트를 읽고 긍정</a:t>
            </a:r>
            <a:r>
              <a:rPr kumimoji="0" lang="en-US" altLang="ko-KR" sz="32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, </a:t>
            </a:r>
            <a:r>
              <a:rPr kumimoji="0" lang="ko-KR" altLang="en-US" sz="32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부정 예측하기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CA42D35-0A47-20BE-46D7-0F07780B50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995" y="1459935"/>
            <a:ext cx="8278316" cy="4964629"/>
          </a:xfrm>
        </p:spPr>
        <p:txBody>
          <a:bodyPr>
            <a:normAutofit/>
          </a:bodyPr>
          <a:lstStyle/>
          <a:p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텍스트를 읽고 긍정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,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부정 예측하기</a:t>
            </a:r>
            <a:endParaRPr lang="en-US" altLang="ko-KR" b="1" dirty="0">
              <a:solidFill>
                <a:srgbClr val="464646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이제 토큰에 지정된 인덱스로 새로운 배열을 생성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그럼 주어진 텍스트는 숫자로 이루어진 다음과 같은 배열로 재편됨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9B8D560-74EF-14DE-2640-6E29B1A53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328" y="2161646"/>
            <a:ext cx="7105650" cy="103822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A981C2C-B1C7-DDFB-CF32-48026B5182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576" y="3454490"/>
            <a:ext cx="7115175" cy="157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94539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50E45-5A85-EC94-0DD8-38537A4DE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21EFEF-A3B8-E6AD-EB90-47866EF9F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4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kumimoji="0" lang="ko-KR" altLang="en-US" sz="32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텍스트를 읽고 긍정</a:t>
            </a:r>
            <a:r>
              <a:rPr kumimoji="0" lang="en-US" altLang="ko-KR" sz="32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, </a:t>
            </a:r>
            <a:r>
              <a:rPr kumimoji="0" lang="ko-KR" altLang="en-US" sz="32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부정 예측하기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1324DEF-E275-7849-8701-3C40D0DDA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995" y="1459935"/>
            <a:ext cx="8278316" cy="4964629"/>
          </a:xfrm>
        </p:spPr>
        <p:txBody>
          <a:bodyPr>
            <a:normAutofit/>
          </a:bodyPr>
          <a:lstStyle/>
          <a:p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텍스트를 읽고 긍정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,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부정 예측하기</a:t>
            </a:r>
            <a:endParaRPr lang="en-US" altLang="ko-KR" b="1" dirty="0">
              <a:solidFill>
                <a:srgbClr val="464646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입력된 리뷰 데이터의 토큰 수가 각각 다름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딥러닝 모델에 입력하려면 학습 데이터의 길이가 동일해야 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길이를 똑같이 맞추어 주는 작업을 </a:t>
            </a:r>
            <a:r>
              <a:rPr lang="ko-KR" altLang="en-US" b="1" dirty="0">
                <a:latin typeface="KoPub돋움체_Pro Light" pitchFamily="18" charset="-127"/>
                <a:ea typeface="KoPub돋움체_Pro Light" pitchFamily="18" charset="-127"/>
              </a:rPr>
              <a:t>패딩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  <a:latin typeface="KoPub돋움체_Pro Light" pitchFamily="18" charset="-127"/>
                <a:ea typeface="KoPub돋움체_Pro Light" pitchFamily="18" charset="-127"/>
              </a:rPr>
              <a:t>(padding)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과정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패딩 작업을 위해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케라스는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pad_sequences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함수를 제공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pad_sequences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함수를 사용하면 원하는 길이보다 짧은 부분은 숫자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0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을 넣어서 채워 주고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긴 데이터는 잘라서 같은 길이로 맞춤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앞에서 생성한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x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배열을 네 개의 길이로 맞추기 위해 다음과 같이 실행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5C028BD-E672-E3AD-F2CD-91EA687209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80" y="4062677"/>
            <a:ext cx="7096125" cy="105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995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43E29-29A5-7260-9115-02C08A64F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DFAE93-0436-64EE-66D8-45DBDB0DF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4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kumimoji="0" lang="ko-KR" altLang="en-US" sz="32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텍스트를 읽고 긍정</a:t>
            </a:r>
            <a:r>
              <a:rPr kumimoji="0" lang="en-US" altLang="ko-KR" sz="32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, </a:t>
            </a:r>
            <a:r>
              <a:rPr kumimoji="0" lang="ko-KR" altLang="en-US" sz="32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부정 예측하기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7DEBAD99-0D11-3802-F700-6CEB3FBC69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995" y="1459935"/>
            <a:ext cx="8278316" cy="4964629"/>
          </a:xfrm>
        </p:spPr>
        <p:txBody>
          <a:bodyPr>
            <a:normAutofit/>
          </a:bodyPr>
          <a:lstStyle/>
          <a:p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텍스트를 읽고 긍정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,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부정 예측하기</a:t>
            </a:r>
            <a:endParaRPr lang="en-US" altLang="ko-KR" b="1" dirty="0">
              <a:solidFill>
                <a:srgbClr val="464646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다음과 같이 배열의 길이가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맞추어짐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41B7585-C22D-DA69-F45E-E20014C62A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591" y="2161646"/>
            <a:ext cx="7105650" cy="3971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3613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A0D7D-A645-985F-3FD7-6EE080E89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E136D8-EFF2-699A-5756-5681F7F1E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4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kumimoji="0" lang="ko-KR" altLang="en-US" sz="32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텍스트를 읽고 긍정</a:t>
            </a:r>
            <a:r>
              <a:rPr kumimoji="0" lang="en-US" altLang="ko-KR" sz="32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, </a:t>
            </a:r>
            <a:r>
              <a:rPr kumimoji="0" lang="ko-KR" altLang="en-US" sz="32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부정 예측하기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8BA19500-3021-D1C2-C19B-1D6E34B901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995" y="1459935"/>
            <a:ext cx="8278316" cy="4964629"/>
          </a:xfrm>
        </p:spPr>
        <p:txBody>
          <a:bodyPr>
            <a:normAutofit/>
          </a:bodyPr>
          <a:lstStyle/>
          <a:p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텍스트를 읽고 긍정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,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부정 예측하기</a:t>
            </a:r>
            <a:endParaRPr lang="en-US" altLang="ko-KR" b="1" dirty="0">
              <a:solidFill>
                <a:srgbClr val="464646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이제 단어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임베딩을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포함해 딥러닝 모델을 만들고 결과를 출력해 보자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임베딩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함수에 필요한 세 가지 파라미터는 ‘입력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출력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단어 수’ 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총 몇 개의 단어 집합에서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입력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),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몇 개의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임베딩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결과를 사용할 것인지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출력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),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그리고 매번 입력될 단어 수는 몇 개로 할지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단어 수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를 정해야 하는 것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먼저 총 몇 개의 인덱스가 ‘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입력’되어야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하는지 정함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word_size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라는 변수를 만든 후 길이를 세는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len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()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함수를 이용해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word_index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값을 앞서 만든 변수에 대입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이때 전체 단어의 맨 앞에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0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 먼저 나와야 하므로 총 단어 수에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1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을 더하는 것을 잊지 마시기 바람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B1C1FBE-8594-67D7-DCD0-B9A885AD17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973" y="4581140"/>
            <a:ext cx="7153275" cy="75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8992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4660D-D5FC-CEF1-8487-D340B9902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FB9D7C-8E89-D274-54E5-1EFEDABC0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4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kumimoji="0" lang="ko-KR" altLang="en-US" sz="32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텍스트를 읽고 긍정</a:t>
            </a:r>
            <a:r>
              <a:rPr kumimoji="0" lang="en-US" altLang="ko-KR" sz="32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, </a:t>
            </a:r>
            <a:r>
              <a:rPr kumimoji="0" lang="ko-KR" altLang="en-US" sz="32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부정 예측하기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B0A3086E-51D7-7F7C-76A1-664B945BB3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995" y="1459935"/>
            <a:ext cx="8278316" cy="4964629"/>
          </a:xfrm>
        </p:spPr>
        <p:txBody>
          <a:bodyPr>
            <a:normAutofit/>
          </a:bodyPr>
          <a:lstStyle/>
          <a:p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텍스트를 읽고 긍정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,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부정 예측하기</a:t>
            </a:r>
            <a:endParaRPr lang="en-US" altLang="ko-KR" b="1" dirty="0">
              <a:solidFill>
                <a:srgbClr val="464646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이제 몇 개의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임베딩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결과를 사용할 것인지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, 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즉 ‘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출력’을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정할 차례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이번 예제에서는 </a:t>
            </a:r>
            <a:r>
              <a:rPr lang="en-US" altLang="ko-KR" dirty="0" err="1">
                <a:latin typeface="KoPub돋움체_Pro Light" pitchFamily="18" charset="-127"/>
                <a:ea typeface="KoPub돋움체_Pro Light" pitchFamily="18" charset="-127"/>
              </a:rPr>
              <a:t>word_size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만큼 입력 값을 이용해 여덟 개의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임베딩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결과를 만들겠음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여기서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8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이라는 숫자는 임의로 정한 것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데이터에 따라 적절한 값으로 바꿀 수 있음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이때 만들어진 여덟 개의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임베딩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결과는 우리 눈에 보이지 않음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내부에서 계산해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딥러닝의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층으로 활용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끝으로 매번 입력될 ‘단어 </a:t>
            </a:r>
            <a:r>
              <a:rPr lang="ko-KR" altLang="en-US" dirty="0" err="1">
                <a:latin typeface="KoPub돋움체_Pro Light" pitchFamily="18" charset="-127"/>
                <a:ea typeface="KoPub돋움체_Pro Light" pitchFamily="18" charset="-127"/>
              </a:rPr>
              <a:t>수’를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 정하고 패딩 과정을 거쳐 네 개의 길이로 맞추어 주었으므로 </a:t>
            </a:r>
            <a:r>
              <a:rPr lang="en-US" altLang="ko-KR" dirty="0">
                <a:latin typeface="KoPub돋움체_Pro Light" pitchFamily="18" charset="-127"/>
                <a:ea typeface="KoPub돋움체_Pro Light" pitchFamily="18" charset="-127"/>
              </a:rPr>
              <a:t>build()</a:t>
            </a:r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를 통해 네 개의 단어가 들어가게 설정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3BEDF62-C10A-1EDA-349E-252AC3F719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80" y="4408319"/>
            <a:ext cx="7134225" cy="107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5563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8FCC4-962D-1389-CD47-017262E3D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18E0CE-D75D-2004-7921-5CA380F65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4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kumimoji="0" lang="ko-KR" altLang="en-US" sz="32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텍스트를 읽고 긍정</a:t>
            </a:r>
            <a:r>
              <a:rPr kumimoji="0" lang="en-US" altLang="ko-KR" sz="32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, </a:t>
            </a:r>
            <a:r>
              <a:rPr kumimoji="0" lang="ko-KR" altLang="en-US" sz="32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부정 예측하기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36DD9D1F-4400-0479-E4D9-D42898606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995" y="1459935"/>
            <a:ext cx="8278316" cy="4964629"/>
          </a:xfrm>
        </p:spPr>
        <p:txBody>
          <a:bodyPr>
            <a:normAutofit/>
          </a:bodyPr>
          <a:lstStyle/>
          <a:p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텍스트를 읽고 긍정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,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부정 예측하기</a:t>
            </a:r>
            <a:endParaRPr lang="en-US" altLang="ko-KR" b="1" dirty="0">
              <a:solidFill>
                <a:srgbClr val="464646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  <a:p>
            <a:pPr lvl="1"/>
            <a:r>
              <a:rPr lang="ko-KR" altLang="en-US" dirty="0">
                <a:latin typeface="KoPub돋움체_Pro Light" pitchFamily="18" charset="-127"/>
                <a:ea typeface="KoPub돋움체_Pro Light" pitchFamily="18" charset="-127"/>
              </a:rPr>
              <a:t>이를 이용해 모델을 만들면 다음과 같음</a:t>
            </a:r>
            <a:endParaRPr lang="en-US" altLang="ko-KR" dirty="0">
              <a:latin typeface="KoPub돋움체_Pro Light" pitchFamily="18" charset="-127"/>
              <a:ea typeface="KoPub돋움체_Pro Light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B90F338-6DC2-AAFD-AB35-C63F00227A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803" y="2161646"/>
            <a:ext cx="71247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4155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3B224-3EF8-F38F-FB3F-FEE7E4A85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365DE6-FB6F-7FE5-E6F9-6ABDD97B3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4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kumimoji="0" lang="ko-KR" altLang="en-US" sz="32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텍스트를 읽고 긍정</a:t>
            </a:r>
            <a:r>
              <a:rPr kumimoji="0" lang="en-US" altLang="ko-KR" sz="32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, </a:t>
            </a:r>
            <a:r>
              <a:rPr kumimoji="0" lang="ko-KR" altLang="en-US" sz="32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부정 예측하기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7BBEBFC2-E77C-8C04-478E-04373883D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995" y="1459935"/>
            <a:ext cx="8278316" cy="4964629"/>
          </a:xfrm>
        </p:spPr>
        <p:txBody>
          <a:bodyPr>
            <a:normAutofit/>
          </a:bodyPr>
          <a:lstStyle/>
          <a:p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텍스트를 읽고 긍정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,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부정 예측하기</a:t>
            </a:r>
            <a:endParaRPr lang="en-US" altLang="ko-KR" b="1" dirty="0">
              <a:solidFill>
                <a:srgbClr val="464646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64A31A5-8D39-FC5A-7441-C46328DEEF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1833971"/>
            <a:ext cx="7143750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2447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8E0EF-8430-CC5B-DFDC-B415D59B2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569A2F-3D55-17C8-12FD-96CD7743F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4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kumimoji="0" lang="ko-KR" altLang="en-US" sz="32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텍스트를 읽고 긍정</a:t>
            </a:r>
            <a:r>
              <a:rPr kumimoji="0" lang="en-US" altLang="ko-KR" sz="32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, </a:t>
            </a:r>
            <a:r>
              <a:rPr kumimoji="0" lang="ko-KR" altLang="en-US" sz="32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부정 예측하기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83D086E4-2727-0DF8-1C93-EC63D81DED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995" y="1459935"/>
            <a:ext cx="8278316" cy="4964629"/>
          </a:xfrm>
        </p:spPr>
        <p:txBody>
          <a:bodyPr>
            <a:normAutofit/>
          </a:bodyPr>
          <a:lstStyle/>
          <a:p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텍스트를 읽고 긍정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,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부정 예측하기</a:t>
            </a:r>
            <a:endParaRPr lang="en-US" altLang="ko-KR" b="1" dirty="0">
              <a:solidFill>
                <a:srgbClr val="464646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85AAC55-966F-713F-D059-6B10C3D040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887" y="1816004"/>
            <a:ext cx="7134225" cy="4543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8097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03D7F-F019-644C-C682-36962548F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5BB89E-F3EE-5F7D-856C-AF833E146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4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kumimoji="0" lang="ko-KR" altLang="en-US" sz="32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텍스트를 읽고 긍정</a:t>
            </a:r>
            <a:r>
              <a:rPr kumimoji="0" lang="en-US" altLang="ko-KR" sz="32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, </a:t>
            </a:r>
            <a:r>
              <a:rPr kumimoji="0" lang="ko-KR" altLang="en-US" sz="32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부정 예측하기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661AA006-4EE0-446D-BFB8-DDAABB6AAD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995" y="1459935"/>
            <a:ext cx="8278316" cy="4964629"/>
          </a:xfrm>
        </p:spPr>
        <p:txBody>
          <a:bodyPr>
            <a:normAutofit/>
          </a:bodyPr>
          <a:lstStyle/>
          <a:p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텍스트를 읽고 긍정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,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부정 예측하기</a:t>
            </a:r>
            <a:endParaRPr lang="en-US" altLang="ko-KR" b="1" dirty="0">
              <a:solidFill>
                <a:srgbClr val="464646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444DF99-203F-FE8B-DA91-91A12E9394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512" y="1873611"/>
            <a:ext cx="7038975" cy="7239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C301DB5-3CCE-C3B2-150C-163902FEF4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73" y="2558950"/>
            <a:ext cx="7048500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22516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DCC8F-39E8-1519-3BBA-C850FC888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4FD1DF-0493-54A6-E2AD-E793924FD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4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kumimoji="0" lang="ko-KR" altLang="en-US" sz="32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텍스트를 읽고 긍정</a:t>
            </a:r>
            <a:r>
              <a:rPr kumimoji="0" lang="en-US" altLang="ko-KR" sz="32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, </a:t>
            </a:r>
            <a:r>
              <a:rPr kumimoji="0" lang="ko-KR" altLang="en-US" sz="32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부정 예측하기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F0A88D47-00AD-3515-6C78-9C07C5118D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995" y="1459935"/>
            <a:ext cx="8278316" cy="4964629"/>
          </a:xfrm>
        </p:spPr>
        <p:txBody>
          <a:bodyPr>
            <a:normAutofit/>
          </a:bodyPr>
          <a:lstStyle/>
          <a:p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텍스트를 읽고 긍정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,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부정 예측하기</a:t>
            </a:r>
            <a:endParaRPr lang="en-US" altLang="ko-KR" b="1" dirty="0">
              <a:solidFill>
                <a:srgbClr val="464646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69EF380-DA88-7533-59B8-CEE29B6BE2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937" y="1873611"/>
            <a:ext cx="7096125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21314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FF12C-7882-A6D0-504D-398C8E15E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B706C1-46C1-7469-B5AE-9F4F71C25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06361"/>
                </a:solidFill>
                <a:latin typeface="KoPub돋움체_Pro Bold" pitchFamily="18" charset="-127"/>
                <a:ea typeface="KoPub돋움체_Pro Bold" pitchFamily="18" charset="-127"/>
              </a:rPr>
              <a:t>4</a:t>
            </a:r>
            <a:r>
              <a:rPr lang="en-US" altLang="ko-KR" dirty="0">
                <a:solidFill>
                  <a:srgbClr val="FFCC66"/>
                </a:solidFill>
                <a:latin typeface="KoPub돋움체_Pro Bold" pitchFamily="18" charset="-127"/>
                <a:ea typeface="KoPub돋움체_Pro Bold" pitchFamily="18" charset="-127"/>
              </a:rPr>
              <a:t> </a:t>
            </a:r>
            <a:r>
              <a:rPr kumimoji="0" lang="ko-KR" altLang="en-US" sz="32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텍스트를 읽고 긍정</a:t>
            </a:r>
            <a:r>
              <a:rPr kumimoji="0" lang="en-US" altLang="ko-KR" sz="32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, </a:t>
            </a:r>
            <a:r>
              <a:rPr kumimoji="0" lang="ko-KR" altLang="en-US" sz="3200" b="1" i="0" u="none" strike="noStrike" kern="1200" cap="none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부정 예측하기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68F11195-7E2B-EF9C-8B6E-6E49BD0FD0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995" y="1459935"/>
            <a:ext cx="8278316" cy="4964629"/>
          </a:xfrm>
        </p:spPr>
        <p:txBody>
          <a:bodyPr>
            <a:normAutofit/>
          </a:bodyPr>
          <a:lstStyle/>
          <a:p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텍스트를 읽고 긍정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, 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KoPub돋움체_Pro Bold" panose="02020603020101020101" pitchFamily="18" charset="-127"/>
                <a:ea typeface="KoPub돋움체_Pro Bold" panose="02020603020101020101" pitchFamily="18" charset="-127"/>
                <a:cs typeface="+mn-cs"/>
              </a:rPr>
              <a:t>부정 예측하기</a:t>
            </a:r>
            <a:endParaRPr lang="en-US" altLang="ko-KR" b="1" dirty="0">
              <a:solidFill>
                <a:srgbClr val="464646"/>
              </a:solidFill>
              <a:latin typeface="KoPub돋움체_Pro Bold" panose="02020603020101020101" pitchFamily="18" charset="-127"/>
              <a:ea typeface="KoPub돋움체_Pro Bold" panose="02020603020101020101" pitchFamily="18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410F7B8-E9BF-65C3-64F9-2593896D4B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512" y="1873611"/>
            <a:ext cx="7038975" cy="16764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D42E0F2-834D-12ED-5FBB-7992FF2750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275" y="3495616"/>
            <a:ext cx="7029450" cy="191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15063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32">
      <a:dk1>
        <a:srgbClr val="464646"/>
      </a:dk1>
      <a:lt1>
        <a:sysClr val="window" lastClr="FFFFFF"/>
      </a:lt1>
      <a:dk2>
        <a:srgbClr val="474D49"/>
      </a:dk2>
      <a:lt2>
        <a:srgbClr val="EEECE1"/>
      </a:lt2>
      <a:accent1>
        <a:srgbClr val="68676C"/>
      </a:accent1>
      <a:accent2>
        <a:srgbClr val="BA6608"/>
      </a:accent2>
      <a:accent3>
        <a:srgbClr val="2D8F6C"/>
      </a:accent3>
      <a:accent4>
        <a:srgbClr val="8D8D8D"/>
      </a:accent4>
      <a:accent5>
        <a:srgbClr val="A94841"/>
      </a:accent5>
      <a:accent6>
        <a:srgbClr val="7688C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BC6501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 cap="flat" cmpd="sng" algn="ctr">
          <a:solidFill>
            <a:srgbClr val="BC650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2_Office Theme">
  <a:themeElements>
    <a:clrScheme name="Custom 32">
      <a:dk1>
        <a:srgbClr val="464646"/>
      </a:dk1>
      <a:lt1>
        <a:sysClr val="window" lastClr="FFFFFF"/>
      </a:lt1>
      <a:dk2>
        <a:srgbClr val="474D49"/>
      </a:dk2>
      <a:lt2>
        <a:srgbClr val="EEECE1"/>
      </a:lt2>
      <a:accent1>
        <a:srgbClr val="68676C"/>
      </a:accent1>
      <a:accent2>
        <a:srgbClr val="BA6608"/>
      </a:accent2>
      <a:accent3>
        <a:srgbClr val="2D8F6C"/>
      </a:accent3>
      <a:accent4>
        <a:srgbClr val="8D8D8D"/>
      </a:accent4>
      <a:accent5>
        <a:srgbClr val="A94841"/>
      </a:accent5>
      <a:accent6>
        <a:srgbClr val="7688C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31750">
          <a:solidFill>
            <a:srgbClr val="FF0000"/>
          </a:solidFill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 cap="flat" cmpd="sng" algn="ctr">
          <a:solidFill>
            <a:srgbClr val="BC650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3_Office Theme">
  <a:themeElements>
    <a:clrScheme name="Custom 32">
      <a:dk1>
        <a:srgbClr val="464646"/>
      </a:dk1>
      <a:lt1>
        <a:sysClr val="window" lastClr="FFFFFF"/>
      </a:lt1>
      <a:dk2>
        <a:srgbClr val="474D49"/>
      </a:dk2>
      <a:lt2>
        <a:srgbClr val="EEECE1"/>
      </a:lt2>
      <a:accent1>
        <a:srgbClr val="68676C"/>
      </a:accent1>
      <a:accent2>
        <a:srgbClr val="BA6608"/>
      </a:accent2>
      <a:accent3>
        <a:srgbClr val="2D8F6C"/>
      </a:accent3>
      <a:accent4>
        <a:srgbClr val="8D8D8D"/>
      </a:accent4>
      <a:accent5>
        <a:srgbClr val="A94841"/>
      </a:accent5>
      <a:accent6>
        <a:srgbClr val="7688C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BC6501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 cap="flat" cmpd="sng" algn="ctr">
          <a:solidFill>
            <a:srgbClr val="BC650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3237</TotalTime>
  <Words>1424</Words>
  <Application>Microsoft Office PowerPoint</Application>
  <PresentationFormat>화면 슬라이드 쇼(4:3)</PresentationFormat>
  <Paragraphs>214</Paragraphs>
  <Slides>39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39</vt:i4>
      </vt:variant>
    </vt:vector>
  </HeadingPairs>
  <TitlesOfParts>
    <vt:vector size="50" baseType="lpstr">
      <vt:lpstr>KoPub돋움체_Pro Bold</vt:lpstr>
      <vt:lpstr>KoPub돋움체_Pro Light</vt:lpstr>
      <vt:lpstr>KoPub돋움체_Pro Medium</vt:lpstr>
      <vt:lpstr>맑은 고딕</vt:lpstr>
      <vt:lpstr>Arial</vt:lpstr>
      <vt:lpstr>Calibri</vt:lpstr>
      <vt:lpstr>Verdana</vt:lpstr>
      <vt:lpstr>Wingdings</vt:lpstr>
      <vt:lpstr>1_Office Theme</vt:lpstr>
      <vt:lpstr>2_Office Theme</vt:lpstr>
      <vt:lpstr>3_Office Theme</vt:lpstr>
      <vt:lpstr>PowerPoint 프레젠테이션</vt:lpstr>
      <vt:lpstr>PowerPoint 프레젠테이션</vt:lpstr>
      <vt:lpstr>1 텍스트의 토큰화</vt:lpstr>
      <vt:lpstr>1 텍스트의 토큰화</vt:lpstr>
      <vt:lpstr>1 텍스트의 토큰화</vt:lpstr>
      <vt:lpstr>1 텍스트의 토큰화</vt:lpstr>
      <vt:lpstr>1 텍스트의 토큰화</vt:lpstr>
      <vt:lpstr>1 텍스트의 토큰화</vt:lpstr>
      <vt:lpstr>1 텍스트의 토큰화</vt:lpstr>
      <vt:lpstr>1 텍스트의 토큰화</vt:lpstr>
      <vt:lpstr>1 텍스트의 토큰화</vt:lpstr>
      <vt:lpstr>1 텍스트의 토큰화</vt:lpstr>
      <vt:lpstr>1 텍스트의 토큰화</vt:lpstr>
      <vt:lpstr>1 텍스트의 토큰화</vt:lpstr>
      <vt:lpstr>2 단어의 원‐핫 인코딩</vt:lpstr>
      <vt:lpstr>2 단어의 원‐핫 인코딩</vt:lpstr>
      <vt:lpstr>2 단어의 원‐핫 인코딩</vt:lpstr>
      <vt:lpstr>2 단어의 원‐핫 인코딩</vt:lpstr>
      <vt:lpstr>2 단어의 원‐핫 인코딩</vt:lpstr>
      <vt:lpstr>2 단어의 원‐핫 인코딩</vt:lpstr>
      <vt:lpstr>2 단어의 원‐핫 인코딩</vt:lpstr>
      <vt:lpstr>3 단어 임베딩</vt:lpstr>
      <vt:lpstr>3 단어 임베딩</vt:lpstr>
      <vt:lpstr>3 단어 임베딩</vt:lpstr>
      <vt:lpstr>3 단어 임베딩</vt:lpstr>
      <vt:lpstr>4 텍스트를 읽고 긍정, 부정 예측하기</vt:lpstr>
      <vt:lpstr>4 텍스트를 읽고 긍정, 부정 예측하기</vt:lpstr>
      <vt:lpstr>4 텍스트를 읽고 긍정, 부정 예측하기</vt:lpstr>
      <vt:lpstr>4 텍스트를 읽고 긍정, 부정 예측하기</vt:lpstr>
      <vt:lpstr>4 텍스트를 읽고 긍정, 부정 예측하기</vt:lpstr>
      <vt:lpstr>4 텍스트를 읽고 긍정, 부정 예측하기</vt:lpstr>
      <vt:lpstr>4 텍스트를 읽고 긍정, 부정 예측하기</vt:lpstr>
      <vt:lpstr>4 텍스트를 읽고 긍정, 부정 예측하기</vt:lpstr>
      <vt:lpstr>4 텍스트를 읽고 긍정, 부정 예측하기</vt:lpstr>
      <vt:lpstr>4 텍스트를 읽고 긍정, 부정 예측하기</vt:lpstr>
      <vt:lpstr>4 텍스트를 읽고 긍정, 부정 예측하기</vt:lpstr>
      <vt:lpstr>4 텍스트를 읽고 긍정, 부정 예측하기</vt:lpstr>
      <vt:lpstr>4 텍스트를 읽고 긍정, 부정 예측하기</vt:lpstr>
      <vt:lpstr>4 텍스트를 읽고 긍정, 부정 예측하기</vt:lpstr>
    </vt:vector>
  </TitlesOfParts>
  <Company>The National Academies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Megan Ellinger</dc:creator>
  <cp:lastModifiedBy>진형 조</cp:lastModifiedBy>
  <cp:revision>618</cp:revision>
  <cp:lastPrinted>2016-08-10T06:58:55Z</cp:lastPrinted>
  <dcterms:created xsi:type="dcterms:W3CDTF">2013-04-05T19:58:06Z</dcterms:created>
  <dcterms:modified xsi:type="dcterms:W3CDTF">2026-04-07T07:58:54Z</dcterms:modified>
</cp:coreProperties>
</file>